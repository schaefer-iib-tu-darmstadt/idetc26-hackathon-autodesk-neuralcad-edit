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78" r:id="rId4"/>
    <p:sldMasterId id="2147483662" r:id="rId5"/>
    <p:sldMasterId id="2147483792" r:id="rId6"/>
  </p:sldMasterIdLst>
  <p:notesMasterIdLst>
    <p:notesMasterId r:id="rId22"/>
  </p:notesMasterIdLst>
  <p:handoutMasterIdLst>
    <p:handoutMasterId r:id="rId23"/>
  </p:handoutMasterIdLst>
  <p:sldIdLst>
    <p:sldId id="615" r:id="rId7"/>
    <p:sldId id="711" r:id="rId8"/>
    <p:sldId id="712" r:id="rId9"/>
    <p:sldId id="1127" r:id="rId10"/>
    <p:sldId id="1154" r:id="rId11"/>
    <p:sldId id="1178" r:id="rId12"/>
    <p:sldId id="713" r:id="rId13"/>
    <p:sldId id="1179" r:id="rId14"/>
    <p:sldId id="1180" r:id="rId15"/>
    <p:sldId id="1182" r:id="rId16"/>
    <p:sldId id="1181" r:id="rId17"/>
    <p:sldId id="1185" r:id="rId18"/>
    <p:sldId id="1183" r:id="rId19"/>
    <p:sldId id="1184" r:id="rId20"/>
    <p:sldId id="1186" r:id="rId21"/>
  </p:sldIdLst>
  <p:sldSz cx="12192000" cy="6858000"/>
  <p:notesSz cx="6858000" cy="9144000"/>
  <p:defaultTex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Divider" id="{F51FDEA3-ECEC-4079-9A78-3D58F8ADA9AF}">
          <p14:sldIdLst>
            <p14:sldId id="615"/>
          </p14:sldIdLst>
        </p14:section>
        <p14:section name="Agenda Slides (Dark)" id="{004ABF62-0AF1-443F-916F-80833ADD3E6F}">
          <p14:sldIdLst>
            <p14:sldId id="711"/>
          </p14:sldIdLst>
        </p14:section>
        <p14:section name="the problem" id="{0FACE45C-1F56-46F4-8AF4-082246E677BC}">
          <p14:sldIdLst>
            <p14:sldId id="712"/>
            <p14:sldId id="1127"/>
            <p14:sldId id="1154"/>
            <p14:sldId id="1178"/>
            <p14:sldId id="713"/>
          </p14:sldIdLst>
        </p14:section>
        <p14:section name="The goal" id="{ED6B49C0-EA23-4F46-9E18-622B1B4371C3}">
          <p14:sldIdLst>
            <p14:sldId id="1179"/>
            <p14:sldId id="1180"/>
            <p14:sldId id="1182"/>
          </p14:sldIdLst>
        </p14:section>
        <p14:section name="The benchmark" id="{134E40F7-0FD9-477B-B835-2B9CE13B0DBC}">
          <p14:sldIdLst>
            <p14:sldId id="1181"/>
            <p14:sldId id="1185"/>
          </p14:sldIdLst>
        </p14:section>
        <p14:section name="submission details" id="{846BE7AE-B508-4729-BFFB-4CC4332CB66D}">
          <p14:sldIdLst>
            <p14:sldId id="1183"/>
            <p14:sldId id="1184"/>
          </p14:sldIdLst>
        </p14:section>
        <p14:section name="outro" id="{AFA69BF7-09D8-447D-AA4A-AE1312135A4F}">
          <p14:sldIdLst>
            <p14:sldId id="1186"/>
          </p14:sldIdLst>
        </p14:section>
      </p14:sectionLst>
    </p:ext>
    <p:ext uri="{EFAFB233-063F-42B5-8137-9DF3F51BA10A}">
      <p15:sldGuideLst xmlns:p15="http://schemas.microsoft.com/office/powerpoint/2012/main">
        <p15:guide id="8" pos="7416" userDrawn="1">
          <p15:clr>
            <a:srgbClr val="A4A3A4"/>
          </p15:clr>
        </p15:guide>
        <p15:guide id="9"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4A4EE28-EC75-6965-395A-5BA1884A27C7}" name="Malik Adegbola" initials="MA" userId="S::malik.adegbola@autodesk.com::5e118a57-5e38-478d-8f79-b584edd7e0a6" providerId="AD"/>
  <p188:author id="{1B73E63A-C9B0-98DB-79DD-DEA91E933EB7}" name="Robert Kelly" initials="BK" userId="S::Bob.Kelly@autodesk.com::ca47f2e1-c2bd-4eaa-9c1d-a0706ad1a21e" providerId="AD"/>
  <p188:author id="{FCF53977-B6C1-2878-8F66-571330693338}" name="Robert Kelly" initials="RK" userId="S::bob.kelly@autodesk.com::ca47f2e1-c2bd-4eaa-9c1d-a0706ad1a21e" providerId="AD"/>
  <p188:author id="{08B65677-7037-634A-8DD7-4EEC287AD882}" name="Catherine Yi" initials="" userId="S::catherine.yi@autodesk.com::0afa4bcb-4544-454b-9b8e-816b6831e614" providerId="AD"/>
  <p188:author id="{971CD77C-E987-1DE5-D527-C49DB3AC7FD6}" name="Ryan de Jesus" initials="Rd" userId="S::ryan.dejesus@slidegenius.com::62b36732-5bfe-4f1e-8045-1d94bb670426" providerId="AD"/>
  <p188:author id="{77A5C694-E81A-B7F3-A836-725A9B50AF1F}" name="Daniele Grandi" initials="DG" userId="S::daniele.grandi@autodesk.com::dbdee4cc-5239-41f1-a04f-b0f20f05a551" providerId="AD"/>
  <p188:author id="{8F101F9B-D16B-1F15-F79E-DC91DD087381}" name="William McCarthy" initials="" userId="S::william.mccarthy@autodesk.com::2a2d5619-fed8-4f67-a80d-397ffa319ae5" providerId="AD"/>
  <p188:author id="{3A91D5B0-5267-CF97-3341-E5521EC90114}" name="Jodi Levin" initials="JL" userId="S::jodi.levin@autodesk.com::ce6a8844-381d-4da1-890d-5b7ca7741b1d" providerId="AD"/>
  <p188:author id="{9163A6C3-8A3F-45DA-BE20-2D5ACF825255}" name="Princess De Leon" initials="PD" userId="S::princess.deleon@slidegenius.com::4bcec2f0-6ec7-4138-8842-4e3494dc1059" providerId="AD"/>
  <p188:author id="{B13FB4C6-BA0F-B0E3-1843-AE2E48D15557}" name="Aaron de Vera" initials="Ad" userId="S::aaron.devera@slidegenius.com::e074be75-7ea8-4f9a-9b75-34805448ae27" providerId="AD"/>
  <p188:author id="{11E92DCD-B826-223A-2DC5-22EA628D7CC9}" name="Davis Lee" initials="DL" userId="S::davis.lee@autodesk.com::d1c89d8f-e393-42c0-a679-a7128cf586b4" providerId="AD"/>
  <p188:author id="{8B5EF6E5-907F-336B-347F-8FE7C16376CD}" name="Je Llado" initials="JL" userId="S::je.llado@slidegenius.com::a4407c2d-7115-4ba2-bedf-bbad956c1f37" providerId="AD"/>
  <p188:author id="{358AA4FB-C4B9-D151-F776-A4B7171F6B3D}" name="Michelle Carangi" initials="MC" userId="S::michelle.carangi@autodesk.com::b5ac60d7-803e-4ac5-96c4-9a56bb80f6a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4DC"/>
    <a:srgbClr val="D5D5CB"/>
    <a:srgbClr val="F5F5F0"/>
    <a:srgbClr val="FFFFFF"/>
    <a:srgbClr val="666666"/>
    <a:srgbClr val="F3510A"/>
    <a:srgbClr val="161616"/>
    <a:srgbClr val="262626"/>
    <a:srgbClr val="E8E8E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D4C3F5-650B-5BFE-8127-C31B469ECB8B}" v="136" dt="2026-08-12T20:05:38.870"/>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02" autoAdjust="0"/>
    <p:restoredTop sz="87690" autoAdjust="0"/>
  </p:normalViewPr>
  <p:slideViewPr>
    <p:cSldViewPr snapToGrid="0">
      <p:cViewPr varScale="1">
        <p:scale>
          <a:sx n="139" d="100"/>
          <a:sy n="139" d="100"/>
        </p:scale>
        <p:origin x="492" y="126"/>
      </p:cViewPr>
      <p:guideLst>
        <p:guide pos="74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6D6F831-CAD1-4E81-2AD9-C3A27D62F4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tifakt Element" panose="020B0503050000020004" pitchFamily="34" charset="77"/>
            </a:endParaRPr>
          </a:p>
        </p:txBody>
      </p:sp>
      <p:sp>
        <p:nvSpPr>
          <p:cNvPr id="3" name="Date Placeholder 2">
            <a:extLst>
              <a:ext uri="{FF2B5EF4-FFF2-40B4-BE49-F238E27FC236}">
                <a16:creationId xmlns:a16="http://schemas.microsoft.com/office/drawing/2014/main" id="{9C4D5D23-A9B3-01AC-1A62-150378DDB8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4CC413-B105-0841-B50F-2AAB328AB47D}" type="datetimeFigureOut">
              <a:rPr lang="en-US" smtClean="0">
                <a:latin typeface="Artifakt Element" panose="020B0503050000020004" pitchFamily="34" charset="77"/>
              </a:rPr>
              <a:t>8/14/2026</a:t>
            </a:fld>
            <a:endParaRPr lang="en-US">
              <a:latin typeface="Artifakt Element" panose="020B0503050000020004" pitchFamily="34" charset="77"/>
            </a:endParaRPr>
          </a:p>
        </p:txBody>
      </p:sp>
      <p:sp>
        <p:nvSpPr>
          <p:cNvPr id="4" name="Footer Placeholder 3">
            <a:extLst>
              <a:ext uri="{FF2B5EF4-FFF2-40B4-BE49-F238E27FC236}">
                <a16:creationId xmlns:a16="http://schemas.microsoft.com/office/drawing/2014/main" id="{65F7BF05-8492-14B7-9358-F2EE3357E5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tifakt Element" panose="020B0503050000020004" pitchFamily="34" charset="77"/>
            </a:endParaRPr>
          </a:p>
        </p:txBody>
      </p:sp>
      <p:sp>
        <p:nvSpPr>
          <p:cNvPr id="5" name="Slide Number Placeholder 4">
            <a:extLst>
              <a:ext uri="{FF2B5EF4-FFF2-40B4-BE49-F238E27FC236}">
                <a16:creationId xmlns:a16="http://schemas.microsoft.com/office/drawing/2014/main" id="{9EE8D86D-F17F-FE3C-545C-4AB1BE29E6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61AF9B-751B-CE4B-8E7C-CC4CA2C1ADD7}" type="slidenum">
              <a:rPr lang="en-US" smtClean="0">
                <a:latin typeface="Artifakt Element" panose="020B0503050000020004" pitchFamily="34" charset="77"/>
              </a:rPr>
              <a:t>‹#›</a:t>
            </a:fld>
            <a:endParaRPr lang="en-US">
              <a:latin typeface="Artifakt Element" panose="020B0503050000020004" pitchFamily="34" charset="77"/>
            </a:endParaRPr>
          </a:p>
        </p:txBody>
      </p:sp>
    </p:spTree>
    <p:extLst>
      <p:ext uri="{BB962C8B-B14F-4D97-AF65-F5344CB8AC3E}">
        <p14:creationId xmlns:p14="http://schemas.microsoft.com/office/powerpoint/2010/main" val="249316610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tifakt Element" panose="020B0503050000020004" pitchFamily="34" charset="77"/>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tifakt Element" panose="020B0503050000020004" pitchFamily="34" charset="77"/>
              </a:defRPr>
            </a:lvl1pPr>
          </a:lstStyle>
          <a:p>
            <a:fld id="{2B73DB89-8C31-E547-9911-10E23883D61B}" type="datetimeFigureOut">
              <a:rPr lang="en-US" smtClean="0"/>
              <a:pPr/>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tifakt Element" panose="020B0503050000020004" pitchFamily="34" charset="77"/>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tifakt Element" panose="020B0503050000020004" pitchFamily="34" charset="77"/>
              </a:defRPr>
            </a:lvl1pPr>
          </a:lstStyle>
          <a:p>
            <a:fld id="{AD4B7B3C-D26E-B544-A776-A3AE7A302913}" type="slidenum">
              <a:rPr lang="en-US" smtClean="0"/>
              <a:pPr/>
              <a:t>‹#›</a:t>
            </a:fld>
            <a:endParaRPr lang="en-US"/>
          </a:p>
        </p:txBody>
      </p:sp>
    </p:spTree>
    <p:extLst>
      <p:ext uri="{BB962C8B-B14F-4D97-AF65-F5344CB8AC3E}">
        <p14:creationId xmlns:p14="http://schemas.microsoft.com/office/powerpoint/2010/main" val="4120283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tifakt Element" panose="020B0503050000020004" pitchFamily="34" charset="77"/>
        <a:ea typeface="+mn-ea"/>
        <a:cs typeface="+mn-cs"/>
      </a:defRPr>
    </a:lvl1pPr>
    <a:lvl2pPr marL="457200" algn="l" defTabSz="914400" rtl="0" eaLnBrk="1" latinLnBrk="0" hangingPunct="1">
      <a:defRPr sz="1200" b="0" i="0" kern="1200">
        <a:solidFill>
          <a:schemeClr val="tx1"/>
        </a:solidFill>
        <a:latin typeface="Artifakt Element" panose="020B0503050000020004" pitchFamily="34" charset="77"/>
        <a:ea typeface="+mn-ea"/>
        <a:cs typeface="+mn-cs"/>
      </a:defRPr>
    </a:lvl2pPr>
    <a:lvl3pPr marL="914400" algn="l" defTabSz="914400" rtl="0" eaLnBrk="1" latinLnBrk="0" hangingPunct="1">
      <a:defRPr sz="1200" b="0" i="0" kern="1200">
        <a:solidFill>
          <a:schemeClr val="tx1"/>
        </a:solidFill>
        <a:latin typeface="Artifakt Element" panose="020B0503050000020004" pitchFamily="34" charset="77"/>
        <a:ea typeface="+mn-ea"/>
        <a:cs typeface="+mn-cs"/>
      </a:defRPr>
    </a:lvl3pPr>
    <a:lvl4pPr marL="1371600" algn="l" defTabSz="914400" rtl="0" eaLnBrk="1" latinLnBrk="0" hangingPunct="1">
      <a:defRPr sz="1200" b="0" i="0" kern="1200">
        <a:solidFill>
          <a:schemeClr val="tx1"/>
        </a:solidFill>
        <a:latin typeface="Artifakt Element" panose="020B0503050000020004" pitchFamily="34" charset="77"/>
        <a:ea typeface="+mn-ea"/>
        <a:cs typeface="+mn-cs"/>
      </a:defRPr>
    </a:lvl4pPr>
    <a:lvl5pPr marL="1828800" algn="l" defTabSz="914400" rtl="0" eaLnBrk="1" latinLnBrk="0" hangingPunct="1">
      <a:defRPr sz="1200" b="0" i="0" kern="1200">
        <a:solidFill>
          <a:schemeClr val="tx1"/>
        </a:solidFill>
        <a:latin typeface="Artifakt Element" panose="020B0503050000020004" pitchFamily="34"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 recently got a lot better at generating 3D CAD</a:t>
            </a:r>
          </a:p>
          <a:p>
            <a:r>
              <a:rPr lang="en-US" dirty="0"/>
              <a:t>Be that Autodesk’s own neural CAD models</a:t>
            </a:r>
          </a:p>
          <a:p>
            <a:r>
              <a:rPr lang="en-US" dirty="0"/>
              <a:t>or VLMs plugged into some CAD interface via MCP (tweets vs </a:t>
            </a:r>
            <a:r>
              <a:rPr lang="en-US" dirty="0" err="1"/>
              <a:t>adsk</a:t>
            </a:r>
            <a:r>
              <a:rPr lang="en-US" dirty="0"/>
              <a:t> </a:t>
            </a:r>
            <a:r>
              <a:rPr lang="en-US" dirty="0" err="1"/>
              <a:t>mcp</a:t>
            </a:r>
            <a:r>
              <a:rPr lang="en-US" dirty="0"/>
              <a:t>)</a:t>
            </a:r>
          </a:p>
          <a:p>
            <a:endParaRPr lang="en-US" dirty="0"/>
          </a:p>
          <a:p>
            <a:r>
              <a:rPr lang="en-US" dirty="0"/>
              <a:t>But here a lot of the focus has been on generating models from scratch, not from editing existing designs.</a:t>
            </a:r>
          </a:p>
        </p:txBody>
      </p:sp>
      <p:sp>
        <p:nvSpPr>
          <p:cNvPr id="4" name="Slide Number Placeholder 3"/>
          <p:cNvSpPr>
            <a:spLocks noGrp="1"/>
          </p:cNvSpPr>
          <p:nvPr>
            <p:ph type="sldNum" sz="quarter" idx="5"/>
          </p:nvPr>
        </p:nvSpPr>
        <p:spPr/>
        <p:txBody>
          <a:bodyPr/>
          <a:lstStyle/>
          <a:p>
            <a:fld id="{AD4B7B3C-D26E-B544-A776-A3AE7A302913}" type="slidenum">
              <a:rPr lang="en-US" smtClean="0"/>
              <a:t>4</a:t>
            </a:fld>
            <a:endParaRPr lang="en-US"/>
          </a:p>
        </p:txBody>
      </p:sp>
    </p:spTree>
    <p:extLst>
      <p:ext uri="{BB962C8B-B14F-4D97-AF65-F5344CB8AC3E}">
        <p14:creationId xmlns:p14="http://schemas.microsoft.com/office/powerpoint/2010/main" val="2198030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Autodesk, Our customers spend a tremendous amount of time editing designs, as opposed to creating them from scratch.</a:t>
            </a:r>
            <a:br>
              <a:rPr lang="en-US" dirty="0"/>
            </a:br>
            <a:br>
              <a:rPr lang="en-US" dirty="0"/>
            </a:br>
            <a:r>
              <a:rPr lang="en-US" sz="1200" b="0" i="0" kern="1200" dirty="0">
                <a:solidFill>
                  <a:schemeClr val="tx1"/>
                </a:solidFill>
                <a:effectLst/>
                <a:latin typeface="Artifakt Element" panose="020B0503050000020004" pitchFamily="34" charset="77"/>
                <a:ea typeface="+mn-ea"/>
                <a:cs typeface="+mn-cs"/>
              </a:rPr>
              <a:t>refining models to meet tolerances, incorporating collaborator feedback, updating designs as specifications change, and repairing errors</a:t>
            </a:r>
          </a:p>
          <a:p>
            <a:endParaRPr lang="en-US" sz="1200" b="0" i="0" kern="1200" dirty="0">
              <a:solidFill>
                <a:schemeClr val="tx1"/>
              </a:solidFill>
              <a:effectLst/>
              <a:latin typeface="Artifakt Element" panose="020B0503050000020004" pitchFamily="34" charset="77"/>
              <a:ea typeface="+mn-ea"/>
              <a:cs typeface="+mn-cs"/>
            </a:endParaRPr>
          </a:p>
          <a:p>
            <a:endParaRPr lang="en-US" sz="1200" b="0" i="0" kern="1200" dirty="0">
              <a:solidFill>
                <a:schemeClr val="tx1"/>
              </a:solidFill>
              <a:effectLst/>
              <a:latin typeface="Artifakt Element" panose="020B0503050000020004" pitchFamily="34" charset="77"/>
              <a:ea typeface="+mn-ea"/>
              <a:cs typeface="+mn-cs"/>
            </a:endParaRPr>
          </a:p>
          <a:p>
            <a:endParaRPr lang="en-US" dirty="0"/>
          </a:p>
        </p:txBody>
      </p:sp>
      <p:sp>
        <p:nvSpPr>
          <p:cNvPr id="4" name="Slide Number Placeholder 3"/>
          <p:cNvSpPr>
            <a:spLocks noGrp="1"/>
          </p:cNvSpPr>
          <p:nvPr>
            <p:ph type="sldNum" sz="quarter" idx="5"/>
          </p:nvPr>
        </p:nvSpPr>
        <p:spPr/>
        <p:txBody>
          <a:bodyPr/>
          <a:lstStyle/>
          <a:p>
            <a:fld id="{AD4B7B3C-D26E-B544-A776-A3AE7A302913}" type="slidenum">
              <a:rPr lang="en-US" smtClean="0"/>
              <a:t>5</a:t>
            </a:fld>
            <a:endParaRPr lang="en-US"/>
          </a:p>
        </p:txBody>
      </p:sp>
    </p:spTree>
    <p:extLst>
      <p:ext uri="{BB962C8B-B14F-4D97-AF65-F5344CB8AC3E}">
        <p14:creationId xmlns:p14="http://schemas.microsoft.com/office/powerpoint/2010/main" val="2065404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problem here is data.</a:t>
            </a:r>
          </a:p>
          <a:p>
            <a:pPr marL="228600" indent="-228600">
              <a:buAutoNum type="arabicPeriod"/>
            </a:pPr>
            <a:r>
              <a:rPr lang="en-US" dirty="0"/>
              <a:t>Whether you’re looking at pre-existing datasets, or customer data, you’re looking at completed CAD models, rather than edits.</a:t>
            </a:r>
          </a:p>
          <a:p>
            <a:pPr marL="228600" indent="-228600">
              <a:buAutoNum type="arabicPeriod"/>
            </a:pPr>
            <a:r>
              <a:rPr lang="en-US" dirty="0"/>
              <a:t>The reasons behind a particular change to a model might not be recorded anywhere.</a:t>
            </a:r>
          </a:p>
          <a:p>
            <a:endParaRPr lang="en-US" dirty="0"/>
          </a:p>
        </p:txBody>
      </p:sp>
      <p:sp>
        <p:nvSpPr>
          <p:cNvPr id="4" name="Slide Number Placeholder 3"/>
          <p:cNvSpPr>
            <a:spLocks noGrp="1"/>
          </p:cNvSpPr>
          <p:nvPr>
            <p:ph type="sldNum" sz="quarter" idx="5"/>
          </p:nvPr>
        </p:nvSpPr>
        <p:spPr/>
        <p:txBody>
          <a:bodyPr/>
          <a:lstStyle/>
          <a:p>
            <a:fld id="{AD4B7B3C-D26E-B544-A776-A3AE7A302913}" type="slidenum">
              <a:rPr lang="en-US" smtClean="0"/>
              <a:t>6</a:t>
            </a:fld>
            <a:endParaRPr lang="en-US"/>
          </a:p>
        </p:txBody>
      </p:sp>
    </p:spTree>
    <p:extLst>
      <p:ext uri="{BB962C8B-B14F-4D97-AF65-F5344CB8AC3E}">
        <p14:creationId xmlns:p14="http://schemas.microsoft.com/office/powerpoint/2010/main" val="2899899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VLMs have the potential to help in speeding up 3D CAD model editing, and in fact Toby and Will released a paper on this topic, where they evaluated several VLMs against a benchmark that the developed.</a:t>
            </a:r>
          </a:p>
        </p:txBody>
      </p:sp>
      <p:sp>
        <p:nvSpPr>
          <p:cNvPr id="4" name="Slide Number Placeholder 3"/>
          <p:cNvSpPr>
            <a:spLocks noGrp="1"/>
          </p:cNvSpPr>
          <p:nvPr>
            <p:ph type="sldNum" sz="quarter" idx="5"/>
          </p:nvPr>
        </p:nvSpPr>
        <p:spPr/>
        <p:txBody>
          <a:bodyPr/>
          <a:lstStyle/>
          <a:p>
            <a:fld id="{AD4B7B3C-D26E-B544-A776-A3AE7A302913}" type="slidenum">
              <a:rPr lang="en-US" smtClean="0"/>
              <a:pPr/>
              <a:t>7</a:t>
            </a:fld>
            <a:endParaRPr lang="en-US"/>
          </a:p>
        </p:txBody>
      </p:sp>
    </p:spTree>
    <p:extLst>
      <p:ext uri="{BB962C8B-B14F-4D97-AF65-F5344CB8AC3E}">
        <p14:creationId xmlns:p14="http://schemas.microsoft.com/office/powerpoint/2010/main" val="378604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lots of possible reasons why VLMs are bad at this task currently:</a:t>
            </a:r>
          </a:p>
          <a:p>
            <a:pPr marL="342900" indent="-342900">
              <a:buFont typeface="Arial" panose="020B0604020202020204" pitchFamily="34" charset="0"/>
              <a:buChar char="•"/>
            </a:pPr>
            <a:r>
              <a:rPr lang="en-US" dirty="0"/>
              <a:t>Lacks visual understanding</a:t>
            </a:r>
          </a:p>
          <a:p>
            <a:pPr marL="342900" indent="-342900">
              <a:buFont typeface="Arial" panose="020B0604020202020204" pitchFamily="34" charset="0"/>
              <a:buChar char="•"/>
            </a:pPr>
            <a:r>
              <a:rPr lang="en-US" dirty="0"/>
              <a:t>Lacks 3D understanding</a:t>
            </a:r>
          </a:p>
          <a:p>
            <a:pPr marL="342900" indent="-342900">
              <a:buFont typeface="Arial" panose="020B0604020202020204" pitchFamily="34" charset="0"/>
              <a:buChar char="•"/>
            </a:pPr>
            <a:r>
              <a:rPr lang="en-US" dirty="0"/>
              <a:t>Lacks CAD/ engineering knowledge</a:t>
            </a:r>
          </a:p>
          <a:p>
            <a:pPr marL="342900" indent="-342900">
              <a:buFont typeface="Arial" panose="020B0604020202020204" pitchFamily="34" charset="0"/>
              <a:buChar char="•"/>
            </a:pPr>
            <a:r>
              <a:rPr lang="en-US" dirty="0"/>
              <a:t>Model reliability</a:t>
            </a:r>
          </a:p>
          <a:p>
            <a:pPr marL="342900" indent="-342900">
              <a:buFont typeface="Arial" panose="020B0604020202020204" pitchFamily="34" charset="0"/>
              <a:buChar char="•"/>
            </a:pPr>
            <a:r>
              <a:rPr lang="en-US" dirty="0"/>
              <a:t>…</a:t>
            </a:r>
          </a:p>
          <a:p>
            <a:endParaRPr lang="en-US" dirty="0"/>
          </a:p>
          <a:p>
            <a:pPr marL="342900" indent="-342900">
              <a:buFont typeface="Arial" panose="020B0604020202020204" pitchFamily="34" charset="0"/>
              <a:buChar char="•"/>
            </a:pPr>
            <a:r>
              <a:rPr lang="en-US" dirty="0"/>
              <a:t>VLMs can’t tell when they’re done</a:t>
            </a:r>
          </a:p>
          <a:p>
            <a:pPr marL="342900" indent="-342900">
              <a:buFont typeface="Arial" panose="020B0604020202020204" pitchFamily="34" charset="0"/>
              <a:buChar char="•"/>
            </a:pPr>
            <a:r>
              <a:rPr lang="en-US" dirty="0"/>
              <a:t>Stop early (and late)</a:t>
            </a:r>
          </a:p>
        </p:txBody>
      </p:sp>
      <p:sp>
        <p:nvSpPr>
          <p:cNvPr id="4" name="Slide Number Placeholder 3"/>
          <p:cNvSpPr>
            <a:spLocks noGrp="1"/>
          </p:cNvSpPr>
          <p:nvPr>
            <p:ph type="sldNum" sz="quarter" idx="5"/>
          </p:nvPr>
        </p:nvSpPr>
        <p:spPr/>
        <p:txBody>
          <a:bodyPr/>
          <a:lstStyle/>
          <a:p>
            <a:fld id="{AD4B7B3C-D26E-B544-A776-A3AE7A302913}" type="slidenum">
              <a:rPr lang="en-US" smtClean="0"/>
              <a:pPr/>
              <a:t>10</a:t>
            </a:fld>
            <a:endParaRPr lang="en-US"/>
          </a:p>
        </p:txBody>
      </p:sp>
    </p:spTree>
    <p:extLst>
      <p:ext uri="{BB962C8B-B14F-4D97-AF65-F5344CB8AC3E}">
        <p14:creationId xmlns:p14="http://schemas.microsoft.com/office/powerpoint/2010/main" val="2440172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that you will use is a modified version of the one released with the paper. </a:t>
            </a:r>
          </a:p>
          <a:p>
            <a:endParaRPr lang="en-US" dirty="0"/>
          </a:p>
          <a:p>
            <a:r>
              <a:rPr lang="en-US" dirty="0"/>
              <a:t>It is very important that you use the modified version that you can find in the repo.</a:t>
            </a:r>
          </a:p>
        </p:txBody>
      </p:sp>
      <p:sp>
        <p:nvSpPr>
          <p:cNvPr id="4" name="Slide Number Placeholder 3"/>
          <p:cNvSpPr>
            <a:spLocks noGrp="1"/>
          </p:cNvSpPr>
          <p:nvPr>
            <p:ph type="sldNum" sz="quarter" idx="5"/>
          </p:nvPr>
        </p:nvSpPr>
        <p:spPr/>
        <p:txBody>
          <a:bodyPr/>
          <a:lstStyle/>
          <a:p>
            <a:fld id="{AD4B7B3C-D26E-B544-A776-A3AE7A302913}" type="slidenum">
              <a:rPr lang="en-US" smtClean="0"/>
              <a:pPr/>
              <a:t>12</a:t>
            </a:fld>
            <a:endParaRPr lang="en-US"/>
          </a:p>
        </p:txBody>
      </p:sp>
    </p:spTree>
    <p:extLst>
      <p:ext uri="{BB962C8B-B14F-4D97-AF65-F5344CB8AC3E}">
        <p14:creationId xmlns:p14="http://schemas.microsoft.com/office/powerpoint/2010/main" val="3372808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Light)">
    <p:bg>
      <p:bgPr>
        <a:solidFill>
          <a:srgbClr val="F5F5F0"/>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2989623E-1DFB-0716-8739-B48BB90AC99A}"/>
              </a:ext>
            </a:extLst>
          </p:cNvPr>
          <p:cNvSpPr>
            <a:spLocks noGrp="1"/>
          </p:cNvSpPr>
          <p:nvPr>
            <p:ph type="pic" sz="quarter" idx="10"/>
          </p:nvPr>
        </p:nvSpPr>
        <p:spPr>
          <a:xfrm>
            <a:off x="0" y="4718050"/>
            <a:ext cx="12192000" cy="2139950"/>
          </a:xfrm>
          <a:custGeom>
            <a:avLst/>
            <a:gdLst>
              <a:gd name="connsiteX0" fmla="*/ 12191999 w 12192000"/>
              <a:gd name="connsiteY0" fmla="*/ 0 h 2139950"/>
              <a:gd name="connsiteX1" fmla="*/ 12192000 w 12192000"/>
              <a:gd name="connsiteY1" fmla="*/ 0 h 2139950"/>
              <a:gd name="connsiteX2" fmla="*/ 12192000 w 12192000"/>
              <a:gd name="connsiteY2" fmla="*/ 2139950 h 2139950"/>
              <a:gd name="connsiteX3" fmla="*/ 0 w 12192000"/>
              <a:gd name="connsiteY3" fmla="*/ 2139950 h 2139950"/>
              <a:gd name="connsiteX4" fmla="*/ 0 w 12192000"/>
              <a:gd name="connsiteY4" fmla="*/ 438679 h 2139950"/>
              <a:gd name="connsiteX5" fmla="*/ 12037452 w 12192000"/>
              <a:gd name="connsiteY5" fmla="*/ 438679 h 2139950"/>
              <a:gd name="connsiteX6" fmla="*/ 12191999 w 12192000"/>
              <a:gd name="connsiteY6" fmla="*/ 284132 h 213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39950">
                <a:moveTo>
                  <a:pt x="12191999" y="0"/>
                </a:moveTo>
                <a:lnTo>
                  <a:pt x="12192000" y="0"/>
                </a:lnTo>
                <a:lnTo>
                  <a:pt x="12192000" y="2139950"/>
                </a:lnTo>
                <a:lnTo>
                  <a:pt x="0" y="2139950"/>
                </a:lnTo>
                <a:lnTo>
                  <a:pt x="0" y="438679"/>
                </a:lnTo>
                <a:lnTo>
                  <a:pt x="12037452" y="438679"/>
                </a:lnTo>
                <a:cubicBezTo>
                  <a:pt x="12122806" y="438679"/>
                  <a:pt x="12191999" y="369486"/>
                  <a:pt x="12191999" y="284132"/>
                </a:cubicBezTo>
                <a:close/>
              </a:path>
            </a:pathLst>
          </a:custGeom>
          <a:noFill/>
          <a:ln>
            <a:noFill/>
          </a:ln>
        </p:spPr>
        <p:txBody>
          <a:bodyPr wrap="square" anchor="ctr">
            <a:noAutofit/>
          </a:bodyPr>
          <a:lstStyle>
            <a:lvl1pPr marL="0" indent="0" algn="l">
              <a:buNone/>
              <a:defRPr b="0" i="0">
                <a:latin typeface="Artifakt Element" panose="020B0503050000020004" pitchFamily="34" charset="77"/>
              </a:defRPr>
            </a:lvl1pPr>
          </a:lstStyle>
          <a:p>
            <a:r>
              <a:rPr lang="en-US"/>
              <a:t>Click icon to add picture</a:t>
            </a:r>
          </a:p>
        </p:txBody>
      </p:sp>
      <p:grpSp>
        <p:nvGrpSpPr>
          <p:cNvPr id="3" name="Graphic 2">
            <a:extLst>
              <a:ext uri="{FF2B5EF4-FFF2-40B4-BE49-F238E27FC236}">
                <a16:creationId xmlns:a16="http://schemas.microsoft.com/office/drawing/2014/main" id="{919D0CC2-F256-298B-BD60-E28CC86989E5}"/>
              </a:ext>
            </a:extLst>
          </p:cNvPr>
          <p:cNvGrpSpPr/>
          <p:nvPr userDrawn="1"/>
        </p:nvGrpSpPr>
        <p:grpSpPr>
          <a:xfrm>
            <a:off x="455337" y="482536"/>
            <a:ext cx="1774595" cy="182323"/>
            <a:chOff x="4616450" y="3276600"/>
            <a:chExt cx="2962049" cy="304323"/>
          </a:xfrm>
          <a:solidFill>
            <a:schemeClr val="tx1"/>
          </a:solidFill>
        </p:grpSpPr>
        <p:sp>
          <p:nvSpPr>
            <p:cNvPr id="4" name="Freeform 3">
              <a:extLst>
                <a:ext uri="{FF2B5EF4-FFF2-40B4-BE49-F238E27FC236}">
                  <a16:creationId xmlns:a16="http://schemas.microsoft.com/office/drawing/2014/main" id="{31AB9A2E-B7BE-18B6-0737-C822F0730CE0}"/>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5" name="Freeform 4">
              <a:extLst>
                <a:ext uri="{FF2B5EF4-FFF2-40B4-BE49-F238E27FC236}">
                  <a16:creationId xmlns:a16="http://schemas.microsoft.com/office/drawing/2014/main" id="{CF8E02F0-052B-70BC-C18E-CF14A99DA81F}"/>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6" name="Freeform 5">
              <a:extLst>
                <a:ext uri="{FF2B5EF4-FFF2-40B4-BE49-F238E27FC236}">
                  <a16:creationId xmlns:a16="http://schemas.microsoft.com/office/drawing/2014/main" id="{F71F9F81-109B-5794-406F-45F116683FE2}"/>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7" name="Freeform 6">
              <a:extLst>
                <a:ext uri="{FF2B5EF4-FFF2-40B4-BE49-F238E27FC236}">
                  <a16:creationId xmlns:a16="http://schemas.microsoft.com/office/drawing/2014/main" id="{C11336BF-447D-D93A-EF4A-068BC75DC5F4}"/>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8" name="Freeform 7">
              <a:extLst>
                <a:ext uri="{FF2B5EF4-FFF2-40B4-BE49-F238E27FC236}">
                  <a16:creationId xmlns:a16="http://schemas.microsoft.com/office/drawing/2014/main" id="{E539D4A2-8B8D-275A-FC2D-D2686D3CCD8D}"/>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9" name="Freeform 8">
              <a:extLst>
                <a:ext uri="{FF2B5EF4-FFF2-40B4-BE49-F238E27FC236}">
                  <a16:creationId xmlns:a16="http://schemas.microsoft.com/office/drawing/2014/main" id="{89C86569-1DD6-8AC5-49EC-E04475CFD3B2}"/>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0" name="Freeform 9">
              <a:extLst>
                <a:ext uri="{FF2B5EF4-FFF2-40B4-BE49-F238E27FC236}">
                  <a16:creationId xmlns:a16="http://schemas.microsoft.com/office/drawing/2014/main" id="{1094D85C-D0C5-495E-45F8-83504070EBE2}"/>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1" name="Freeform 10">
              <a:extLst>
                <a:ext uri="{FF2B5EF4-FFF2-40B4-BE49-F238E27FC236}">
                  <a16:creationId xmlns:a16="http://schemas.microsoft.com/office/drawing/2014/main" id="{2AB19E9A-68FE-E898-DE13-5431D877FDAB}"/>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2" name="Freeform 11">
              <a:extLst>
                <a:ext uri="{FF2B5EF4-FFF2-40B4-BE49-F238E27FC236}">
                  <a16:creationId xmlns:a16="http://schemas.microsoft.com/office/drawing/2014/main" id="{71C51456-7063-F1D2-A9AD-96965C906BB2}"/>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15" name="Text Placeholder 35">
            <a:extLst>
              <a:ext uri="{FF2B5EF4-FFF2-40B4-BE49-F238E27FC236}">
                <a16:creationId xmlns:a16="http://schemas.microsoft.com/office/drawing/2014/main" id="{39DC66DE-E6E1-6000-12BA-71DE45D0F92B}"/>
              </a:ext>
            </a:extLst>
          </p:cNvPr>
          <p:cNvSpPr>
            <a:spLocks noGrp="1"/>
          </p:cNvSpPr>
          <p:nvPr>
            <p:ph type="body" sz="quarter" idx="26" hasCustomPrompt="1"/>
          </p:nvPr>
        </p:nvSpPr>
        <p:spPr>
          <a:xfrm>
            <a:off x="448925" y="4424466"/>
            <a:ext cx="7855916" cy="505523"/>
          </a:xfrm>
          <a:prstGeom prst="rect">
            <a:avLst/>
          </a:prstGeom>
        </p:spPr>
        <p:txBody>
          <a:bodyPr lIns="0" tIns="0" rIns="0" bIns="0">
            <a:noAutofit/>
          </a:bodyPr>
          <a:lstStyle>
            <a:lvl1pPr marL="0" indent="0">
              <a:lnSpc>
                <a:spcPct val="90000"/>
              </a:lnSpc>
              <a:spcBef>
                <a:spcPts val="0"/>
              </a:spcBef>
              <a:spcAft>
                <a:spcPts val="0"/>
              </a:spcAft>
              <a:buNone/>
              <a:defRPr sz="1800" b="0" i="0">
                <a:solidFill>
                  <a:schemeClr val="tx1"/>
                </a:solidFill>
                <a:latin typeface="Artifakt Element" panose="020B0503050000020004" pitchFamily="34" charset="77"/>
              </a:defRPr>
            </a:lvl1pPr>
          </a:lstStyle>
          <a:p>
            <a:r>
              <a:rPr lang="en-US"/>
              <a:t>Click to add subtitle</a:t>
            </a:r>
          </a:p>
        </p:txBody>
      </p:sp>
      <p:sp>
        <p:nvSpPr>
          <p:cNvPr id="16" name="Text Placeholder 32">
            <a:extLst>
              <a:ext uri="{FF2B5EF4-FFF2-40B4-BE49-F238E27FC236}">
                <a16:creationId xmlns:a16="http://schemas.microsoft.com/office/drawing/2014/main" id="{122937DC-28AF-BEDF-751E-70C07A651A9C}"/>
              </a:ext>
            </a:extLst>
          </p:cNvPr>
          <p:cNvSpPr>
            <a:spLocks noGrp="1"/>
          </p:cNvSpPr>
          <p:nvPr>
            <p:ph type="body" sz="quarter" idx="27" hasCustomPrompt="1"/>
          </p:nvPr>
        </p:nvSpPr>
        <p:spPr>
          <a:xfrm>
            <a:off x="442912" y="2046837"/>
            <a:ext cx="7855916" cy="2273785"/>
          </a:xfrm>
          <a:prstGeom prst="rect">
            <a:avLst/>
          </a:prstGeom>
          <a:noFill/>
        </p:spPr>
        <p:txBody>
          <a:bodyPr lIns="0" tIns="0" rIns="0" bIns="0" anchor="b">
            <a:noAutofit/>
          </a:bodyPr>
          <a:lstStyle>
            <a:lvl1pPr marL="0" indent="0">
              <a:lnSpc>
                <a:spcPts val="5600"/>
              </a:lnSpc>
              <a:spcBef>
                <a:spcPts val="0"/>
              </a:spcBef>
              <a:spcAft>
                <a:spcPts val="0"/>
              </a:spcAft>
              <a:buNone/>
              <a:defRPr sz="5400" b="1" i="0">
                <a:solidFill>
                  <a:schemeClr val="tx1"/>
                </a:solidFill>
                <a:latin typeface="+mj-lt"/>
                <a:ea typeface="Artifakt Legend Ofc" panose="020B0504010101010104" pitchFamily="34" charset="0"/>
                <a:cs typeface="Artifakt Legend Ofc" panose="020B0504010101010104" pitchFamily="34" charset="0"/>
              </a:defRPr>
            </a:lvl1pPr>
          </a:lstStyle>
          <a:p>
            <a:r>
              <a:rPr lang="en-US"/>
              <a:t>Click to add</a:t>
            </a:r>
            <a:br>
              <a:rPr lang="en-US"/>
            </a:br>
            <a:r>
              <a:rPr lang="en-US"/>
              <a:t>main title that can extend to 4 lines</a:t>
            </a:r>
          </a:p>
        </p:txBody>
      </p:sp>
      <p:sp>
        <p:nvSpPr>
          <p:cNvPr id="19" name="Text Placeholder 26">
            <a:extLst>
              <a:ext uri="{FF2B5EF4-FFF2-40B4-BE49-F238E27FC236}">
                <a16:creationId xmlns:a16="http://schemas.microsoft.com/office/drawing/2014/main" id="{BCACF6B7-7CFA-5E01-518A-4339A6D0DEC4}"/>
              </a:ext>
            </a:extLst>
          </p:cNvPr>
          <p:cNvSpPr>
            <a:spLocks noGrp="1" noChangeAspect="1"/>
          </p:cNvSpPr>
          <p:nvPr>
            <p:ph type="body" sz="quarter" idx="12" hasCustomPrompt="1"/>
          </p:nvPr>
        </p:nvSpPr>
        <p:spPr>
          <a:xfrm>
            <a:off x="10465414" y="460342"/>
            <a:ext cx="1317465" cy="200123"/>
          </a:xfrm>
          <a:prstGeom prst="rect">
            <a:avLst/>
          </a:prstGeom>
          <a:noFill/>
          <a:ln>
            <a:noFill/>
          </a:ln>
        </p:spPr>
        <p:txBody>
          <a:bodyPr lIns="0" tIns="0" rIns="0" bIns="0">
            <a:noAutofit/>
          </a:bodyPr>
          <a:lstStyle>
            <a:lvl1pPr marL="0" indent="0" algn="r">
              <a:spcBef>
                <a:spcPts val="0"/>
              </a:spcBef>
              <a:spcAft>
                <a:spcPts val="0"/>
              </a:spcAft>
              <a:buNone/>
              <a:defRPr sz="1400" b="0" i="0">
                <a:solidFill>
                  <a:schemeClr val="tx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date here</a:t>
            </a:r>
          </a:p>
        </p:txBody>
      </p:sp>
      <p:sp>
        <p:nvSpPr>
          <p:cNvPr id="20" name="Text Placeholder 26">
            <a:extLst>
              <a:ext uri="{FF2B5EF4-FFF2-40B4-BE49-F238E27FC236}">
                <a16:creationId xmlns:a16="http://schemas.microsoft.com/office/drawing/2014/main" id="{567DE39A-CDF6-9CD0-D36A-E7DF12FE2A8F}"/>
              </a:ext>
            </a:extLst>
          </p:cNvPr>
          <p:cNvSpPr>
            <a:spLocks noGrp="1" noChangeAspect="1"/>
          </p:cNvSpPr>
          <p:nvPr>
            <p:ph type="body" sz="quarter" idx="11" hasCustomPrompt="1"/>
          </p:nvPr>
        </p:nvSpPr>
        <p:spPr>
          <a:xfrm>
            <a:off x="7837714" y="460342"/>
            <a:ext cx="2592244" cy="1220540"/>
          </a:xfrm>
          <a:prstGeom prst="rect">
            <a:avLst/>
          </a:prstGeom>
          <a:noFill/>
          <a:ln>
            <a:noFill/>
          </a:ln>
        </p:spPr>
        <p:txBody>
          <a:bodyPr lIns="0" tIns="0" rIns="0" bIns="0">
            <a:noAutofit/>
          </a:bodyPr>
          <a:lstStyle>
            <a:lvl1pPr marL="0" marR="0" indent="0" algn="l" defTabSz="914354" rtl="0" eaLnBrk="1" fontAlgn="auto" latinLnBrk="0" hangingPunct="1">
              <a:lnSpc>
                <a:spcPct val="100000"/>
              </a:lnSpc>
              <a:spcBef>
                <a:spcPts val="0"/>
              </a:spcBef>
              <a:spcAft>
                <a:spcPts val="0"/>
              </a:spcAft>
              <a:buClr>
                <a:schemeClr val="tx1"/>
              </a:buClr>
              <a:buSzPct val="100000"/>
              <a:buFont typeface="Wingdings 2" panose="05020102010507070707" pitchFamily="18" charset="2"/>
              <a:buNone/>
              <a:tabLst/>
              <a:defRPr sz="1400" b="0" i="0">
                <a:solidFill>
                  <a:schemeClr val="tx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dirty="0"/>
              <a:t>Add name here, title here​</a:t>
            </a:r>
          </a:p>
          <a:p>
            <a:r>
              <a:rPr lang="en-US" dirty="0"/>
              <a:t>Add name here, title here​</a:t>
            </a:r>
          </a:p>
          <a:p>
            <a:r>
              <a:rPr lang="en-US" dirty="0"/>
              <a:t>Add name here, title here​</a:t>
            </a:r>
          </a:p>
        </p:txBody>
      </p:sp>
      <p:sp>
        <p:nvSpPr>
          <p:cNvPr id="14" name="Copyright Line 5">
            <a:extLst>
              <a:ext uri="{FF2B5EF4-FFF2-40B4-BE49-F238E27FC236}">
                <a16:creationId xmlns:a16="http://schemas.microsoft.com/office/drawing/2014/main" id="{A1152854-9785-250E-0D0C-A175350DA17C}"/>
              </a:ext>
              <a:ext uri="{C183D7F6-B498-43B3-948B-1728B52AA6E4}">
                <adec:decorative xmlns:adec="http://schemas.microsoft.com/office/drawing/2017/decorative" val="0"/>
              </a:ext>
            </a:extLst>
          </p:cNvPr>
          <p:cNvSpPr txBox="1"/>
          <p:nvPr userDrawn="1"/>
        </p:nvSpPr>
        <p:spPr>
          <a:xfrm>
            <a:off x="442912" y="4914567"/>
            <a:ext cx="7849903" cy="152400"/>
          </a:xfrm>
          <a:prstGeom prst="rect">
            <a:avLst/>
          </a:prstGeom>
          <a:noFill/>
        </p:spPr>
        <p:txBody>
          <a:bodyPr wrap="square" lIns="0" tIns="0" rIns="0" bIns="0" rtlCol="0" anchor="b">
            <a:noAutofit/>
          </a:bodyPr>
          <a:lstStyle/>
          <a:p>
            <a:pPr>
              <a:lnSpc>
                <a:spcPct val="90000"/>
              </a:lnSpc>
              <a:spcBef>
                <a:spcPts val="300"/>
              </a:spcBef>
            </a:pPr>
            <a:r>
              <a:rPr lang="en-US" sz="800" b="0" i="0">
                <a:solidFill>
                  <a:schemeClr val="tx2"/>
                </a:solidFill>
                <a:latin typeface="Artifakt Element" panose="020B0503050000020004" pitchFamily="34" charset="77"/>
              </a:rPr>
              <a:t>© </a:t>
            </a:r>
            <a:fld id="{07AF06F7-B096-493B-B1B0-C96E279B1CF6}" type="datetimeyyyy">
              <a:rPr lang="en-US" sz="800" b="0" i="0" smtClean="0">
                <a:solidFill>
                  <a:schemeClr val="tx2"/>
                </a:solidFill>
                <a:latin typeface="Artifakt Element" panose="020B0503050000020004" pitchFamily="34" charset="77"/>
              </a:rPr>
              <a:t>2026</a:t>
            </a:fld>
            <a:r>
              <a:rPr lang="en-US" sz="800" b="0" i="0">
                <a:solidFill>
                  <a:schemeClr val="tx2"/>
                </a:solidFill>
                <a:latin typeface="Artifakt Element" panose="020B0503050000020004" pitchFamily="34" charset="77"/>
              </a:rPr>
              <a:t> Autodesk. All rights reserved.</a:t>
            </a:r>
          </a:p>
        </p:txBody>
      </p:sp>
      <p:sp>
        <p:nvSpPr>
          <p:cNvPr id="21" name="Text Placeholder 35">
            <a:extLst>
              <a:ext uri="{FF2B5EF4-FFF2-40B4-BE49-F238E27FC236}">
                <a16:creationId xmlns:a16="http://schemas.microsoft.com/office/drawing/2014/main" id="{3A6AAD82-E592-983A-DED4-86903DE8FB1F}"/>
              </a:ext>
            </a:extLst>
          </p:cNvPr>
          <p:cNvSpPr>
            <a:spLocks noGrp="1"/>
          </p:cNvSpPr>
          <p:nvPr>
            <p:ph type="body" sz="quarter" idx="30" hasCustomPrompt="1"/>
          </p:nvPr>
        </p:nvSpPr>
        <p:spPr>
          <a:xfrm>
            <a:off x="448925" y="6553200"/>
            <a:ext cx="7855916"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65174702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 (Dark)">
    <p:bg>
      <p:bgPr>
        <a:solidFill>
          <a:schemeClr val="tx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70FD6E0-63EA-6153-22AD-0D1F57A8ED95}"/>
              </a:ext>
            </a:extLst>
          </p:cNvPr>
          <p:cNvSpPr>
            <a:spLocks noGrp="1" noChangeAspect="1"/>
          </p:cNvSpPr>
          <p:nvPr>
            <p:ph type="pic" sz="quarter" idx="10"/>
          </p:nvPr>
        </p:nvSpPr>
        <p:spPr>
          <a:xfrm>
            <a:off x="0" y="4718050"/>
            <a:ext cx="12192000" cy="2139950"/>
          </a:xfrm>
          <a:custGeom>
            <a:avLst/>
            <a:gdLst>
              <a:gd name="connsiteX0" fmla="*/ 12191999 w 12192000"/>
              <a:gd name="connsiteY0" fmla="*/ 0 h 2139950"/>
              <a:gd name="connsiteX1" fmla="*/ 12192000 w 12192000"/>
              <a:gd name="connsiteY1" fmla="*/ 0 h 2139950"/>
              <a:gd name="connsiteX2" fmla="*/ 12192000 w 12192000"/>
              <a:gd name="connsiteY2" fmla="*/ 2139950 h 2139950"/>
              <a:gd name="connsiteX3" fmla="*/ 0 w 12192000"/>
              <a:gd name="connsiteY3" fmla="*/ 2139950 h 2139950"/>
              <a:gd name="connsiteX4" fmla="*/ 0 w 12192000"/>
              <a:gd name="connsiteY4" fmla="*/ 438679 h 2139950"/>
              <a:gd name="connsiteX5" fmla="*/ 12037452 w 12192000"/>
              <a:gd name="connsiteY5" fmla="*/ 438679 h 2139950"/>
              <a:gd name="connsiteX6" fmla="*/ 12191999 w 12192000"/>
              <a:gd name="connsiteY6" fmla="*/ 284132 h 213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39950">
                <a:moveTo>
                  <a:pt x="12191999" y="0"/>
                </a:moveTo>
                <a:lnTo>
                  <a:pt x="12192000" y="0"/>
                </a:lnTo>
                <a:lnTo>
                  <a:pt x="12192000" y="2139950"/>
                </a:lnTo>
                <a:lnTo>
                  <a:pt x="0" y="2139950"/>
                </a:lnTo>
                <a:lnTo>
                  <a:pt x="0" y="438679"/>
                </a:lnTo>
                <a:lnTo>
                  <a:pt x="12037452" y="438679"/>
                </a:lnTo>
                <a:cubicBezTo>
                  <a:pt x="12122806" y="438679"/>
                  <a:pt x="12191999" y="369486"/>
                  <a:pt x="12191999" y="284132"/>
                </a:cubicBezTo>
                <a:close/>
              </a:path>
            </a:pathLst>
          </a:custGeom>
          <a:noFill/>
          <a:ln>
            <a:noFill/>
          </a:ln>
        </p:spPr>
        <p:txBody>
          <a:bodyPr wrap="square" anchor="ctr">
            <a:noAutofit/>
          </a:bodyPr>
          <a:lstStyle>
            <a:lvl1pPr marL="0" indent="0">
              <a:buNone/>
              <a:defRPr b="0" i="0">
                <a:solidFill>
                  <a:schemeClr val="bg1"/>
                </a:solidFill>
                <a:latin typeface="Artifakt Element" panose="020B0503050000020004" pitchFamily="34" charset="77"/>
              </a:defRPr>
            </a:lvl1pPr>
          </a:lstStyle>
          <a:p>
            <a:r>
              <a:rPr lang="en-US"/>
              <a:t>Click icon to add picture</a:t>
            </a:r>
          </a:p>
        </p:txBody>
      </p:sp>
      <p:grpSp>
        <p:nvGrpSpPr>
          <p:cNvPr id="3" name="Graphic 2">
            <a:extLst>
              <a:ext uri="{FF2B5EF4-FFF2-40B4-BE49-F238E27FC236}">
                <a16:creationId xmlns:a16="http://schemas.microsoft.com/office/drawing/2014/main" id="{91ADA0EB-DA37-9B3A-EE33-53B9C7F3F12C}"/>
              </a:ext>
            </a:extLst>
          </p:cNvPr>
          <p:cNvGrpSpPr>
            <a:grpSpLocks noChangeAspect="1"/>
          </p:cNvGrpSpPr>
          <p:nvPr userDrawn="1"/>
        </p:nvGrpSpPr>
        <p:grpSpPr>
          <a:xfrm>
            <a:off x="455337" y="482536"/>
            <a:ext cx="1774595" cy="182323"/>
            <a:chOff x="4616450" y="3276600"/>
            <a:chExt cx="2962049" cy="304323"/>
          </a:xfrm>
          <a:solidFill>
            <a:schemeClr val="bg1"/>
          </a:solidFill>
        </p:grpSpPr>
        <p:sp>
          <p:nvSpPr>
            <p:cNvPr id="4" name="Freeform 3">
              <a:extLst>
                <a:ext uri="{FF2B5EF4-FFF2-40B4-BE49-F238E27FC236}">
                  <a16:creationId xmlns:a16="http://schemas.microsoft.com/office/drawing/2014/main" id="{6FE8D7F1-C23E-030B-7516-AD4B6636C838}"/>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5" name="Freeform 4">
              <a:extLst>
                <a:ext uri="{FF2B5EF4-FFF2-40B4-BE49-F238E27FC236}">
                  <a16:creationId xmlns:a16="http://schemas.microsoft.com/office/drawing/2014/main" id="{2665AE7E-AA61-D3B4-08B8-7AE26DA666B0}"/>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6" name="Freeform 5">
              <a:extLst>
                <a:ext uri="{FF2B5EF4-FFF2-40B4-BE49-F238E27FC236}">
                  <a16:creationId xmlns:a16="http://schemas.microsoft.com/office/drawing/2014/main" id="{6FE0B6D7-BC80-8BC5-96E1-BD73A1EDE962}"/>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7" name="Freeform 6">
              <a:extLst>
                <a:ext uri="{FF2B5EF4-FFF2-40B4-BE49-F238E27FC236}">
                  <a16:creationId xmlns:a16="http://schemas.microsoft.com/office/drawing/2014/main" id="{D4294A23-2312-07E9-F135-B9A222672BF3}"/>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8" name="Freeform 7">
              <a:extLst>
                <a:ext uri="{FF2B5EF4-FFF2-40B4-BE49-F238E27FC236}">
                  <a16:creationId xmlns:a16="http://schemas.microsoft.com/office/drawing/2014/main" id="{2379CC0D-8447-DBA0-AB3C-BF6C4DE1BB3F}"/>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9" name="Freeform 8">
              <a:extLst>
                <a:ext uri="{FF2B5EF4-FFF2-40B4-BE49-F238E27FC236}">
                  <a16:creationId xmlns:a16="http://schemas.microsoft.com/office/drawing/2014/main" id="{1013CAB3-E8A1-5DEC-770D-E895B22E7D32}"/>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0" name="Freeform 9">
              <a:extLst>
                <a:ext uri="{FF2B5EF4-FFF2-40B4-BE49-F238E27FC236}">
                  <a16:creationId xmlns:a16="http://schemas.microsoft.com/office/drawing/2014/main" id="{139174C5-DB10-2066-BB4C-99F82D0D2BA4}"/>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1" name="Freeform 10">
              <a:extLst>
                <a:ext uri="{FF2B5EF4-FFF2-40B4-BE49-F238E27FC236}">
                  <a16:creationId xmlns:a16="http://schemas.microsoft.com/office/drawing/2014/main" id="{DB5851F8-EDF6-646A-072B-D87F6D28EBF6}"/>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2" name="Freeform 11">
              <a:extLst>
                <a:ext uri="{FF2B5EF4-FFF2-40B4-BE49-F238E27FC236}">
                  <a16:creationId xmlns:a16="http://schemas.microsoft.com/office/drawing/2014/main" id="{14C48030-B8AA-0A5B-C70A-0845F7C1461A}"/>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14" name="Text Placeholder 26">
            <a:extLst>
              <a:ext uri="{FF2B5EF4-FFF2-40B4-BE49-F238E27FC236}">
                <a16:creationId xmlns:a16="http://schemas.microsoft.com/office/drawing/2014/main" id="{2B270B46-8FD5-8CE6-9C8B-5B88BA175606}"/>
              </a:ext>
            </a:extLst>
          </p:cNvPr>
          <p:cNvSpPr>
            <a:spLocks noGrp="1" noChangeAspect="1"/>
          </p:cNvSpPr>
          <p:nvPr>
            <p:ph type="body" sz="quarter" idx="12" hasCustomPrompt="1"/>
          </p:nvPr>
        </p:nvSpPr>
        <p:spPr>
          <a:xfrm>
            <a:off x="10465414" y="460342"/>
            <a:ext cx="1317465" cy="200123"/>
          </a:xfrm>
          <a:prstGeom prst="rect">
            <a:avLst/>
          </a:prstGeom>
          <a:noFill/>
          <a:ln>
            <a:noFill/>
          </a:ln>
        </p:spPr>
        <p:txBody>
          <a:bodyPr lIns="0" tIns="0" rIns="0" bIns="0">
            <a:noAutofit/>
          </a:bodyPr>
          <a:lstStyle>
            <a:lvl1pPr marL="0" indent="0" algn="r">
              <a:spcBef>
                <a:spcPts val="0"/>
              </a:spcBef>
              <a:spcAft>
                <a:spcPts val="0"/>
              </a:spcAft>
              <a:buNone/>
              <a:defRPr sz="1400" b="0" i="0">
                <a:solidFill>
                  <a:schemeClr val="bg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date here</a:t>
            </a:r>
          </a:p>
        </p:txBody>
      </p:sp>
      <p:sp>
        <p:nvSpPr>
          <p:cNvPr id="16" name="Text Placeholder 35">
            <a:extLst>
              <a:ext uri="{FF2B5EF4-FFF2-40B4-BE49-F238E27FC236}">
                <a16:creationId xmlns:a16="http://schemas.microsoft.com/office/drawing/2014/main" id="{EA4816AE-F847-AF62-03A1-A8112612B5C9}"/>
              </a:ext>
            </a:extLst>
          </p:cNvPr>
          <p:cNvSpPr>
            <a:spLocks noGrp="1" noChangeAspect="1"/>
          </p:cNvSpPr>
          <p:nvPr>
            <p:ph type="body" sz="quarter" idx="26" hasCustomPrompt="1"/>
          </p:nvPr>
        </p:nvSpPr>
        <p:spPr>
          <a:xfrm>
            <a:off x="448925" y="4424466"/>
            <a:ext cx="7855916" cy="505523"/>
          </a:xfrm>
          <a:prstGeom prst="rect">
            <a:avLst/>
          </a:prstGeom>
        </p:spPr>
        <p:txBody>
          <a:bodyPr lIns="0" tIns="0" rIns="0" bIns="0">
            <a:noAutofit/>
          </a:bodyPr>
          <a:lstStyle>
            <a:lvl1pPr marL="0" marR="0" indent="0" algn="l" defTabSz="914354" rtl="0" eaLnBrk="1" fontAlgn="auto" latinLnBrk="0" hangingPunct="1">
              <a:lnSpc>
                <a:spcPct val="90000"/>
              </a:lnSpc>
              <a:spcBef>
                <a:spcPts val="0"/>
              </a:spcBef>
              <a:spcAft>
                <a:spcPts val="0"/>
              </a:spcAft>
              <a:buClr>
                <a:schemeClr val="tx1"/>
              </a:buClr>
              <a:buSzPct val="100000"/>
              <a:buFont typeface="Wingdings 2" panose="05020102010507070707" pitchFamily="18" charset="2"/>
              <a:buNone/>
              <a:tabLst/>
              <a:defRPr sz="1800" b="0" i="0">
                <a:solidFill>
                  <a:srgbClr val="F5F5F0"/>
                </a:solidFill>
                <a:latin typeface="Artifakt Element" panose="020B0503050000020004" pitchFamily="34" charset="77"/>
              </a:defRPr>
            </a:lvl1pPr>
          </a:lstStyle>
          <a:p>
            <a:r>
              <a:rPr lang="en-US"/>
              <a:t>Click to add subtitle</a:t>
            </a:r>
          </a:p>
        </p:txBody>
      </p:sp>
      <p:sp>
        <p:nvSpPr>
          <p:cNvPr id="17" name="Text Placeholder 32">
            <a:extLst>
              <a:ext uri="{FF2B5EF4-FFF2-40B4-BE49-F238E27FC236}">
                <a16:creationId xmlns:a16="http://schemas.microsoft.com/office/drawing/2014/main" id="{9A3AE64C-9F62-8ABC-0C1F-9F9C214637F6}"/>
              </a:ext>
            </a:extLst>
          </p:cNvPr>
          <p:cNvSpPr>
            <a:spLocks noGrp="1" noChangeAspect="1"/>
          </p:cNvSpPr>
          <p:nvPr>
            <p:ph type="body" sz="quarter" idx="27" hasCustomPrompt="1"/>
          </p:nvPr>
        </p:nvSpPr>
        <p:spPr>
          <a:xfrm>
            <a:off x="442912" y="2046837"/>
            <a:ext cx="7855916" cy="2273785"/>
          </a:xfrm>
          <a:prstGeom prst="rect">
            <a:avLst/>
          </a:prstGeom>
          <a:noFill/>
        </p:spPr>
        <p:txBody>
          <a:bodyPr lIns="0" tIns="0" rIns="0" bIns="0" anchor="b">
            <a:noAutofit/>
          </a:bodyPr>
          <a:lstStyle>
            <a:lvl1pPr marL="0" indent="0">
              <a:lnSpc>
                <a:spcPts val="5600"/>
              </a:lnSpc>
              <a:spcBef>
                <a:spcPts val="0"/>
              </a:spcBef>
              <a:spcAft>
                <a:spcPts val="0"/>
              </a:spcAft>
              <a:buNone/>
              <a:defRPr sz="5400" b="1" i="0">
                <a:solidFill>
                  <a:srgbClr val="F5F5F0"/>
                </a:solidFill>
                <a:latin typeface="+mj-lt"/>
                <a:ea typeface="Artifakt Legend" panose="020B0503050000020004" pitchFamily="34" charset="77"/>
              </a:defRPr>
            </a:lvl1pPr>
          </a:lstStyle>
          <a:p>
            <a:r>
              <a:rPr lang="en-US"/>
              <a:t>Click to add</a:t>
            </a:r>
            <a:br>
              <a:rPr lang="en-US"/>
            </a:br>
            <a:r>
              <a:rPr lang="en-US"/>
              <a:t>main title that can extend to 4 lines</a:t>
            </a:r>
          </a:p>
        </p:txBody>
      </p:sp>
      <p:sp>
        <p:nvSpPr>
          <p:cNvPr id="15" name="Text Placeholder 26">
            <a:extLst>
              <a:ext uri="{FF2B5EF4-FFF2-40B4-BE49-F238E27FC236}">
                <a16:creationId xmlns:a16="http://schemas.microsoft.com/office/drawing/2014/main" id="{E2C2A5DA-940B-C3AD-6B42-8DE9ABF1A7FA}"/>
              </a:ext>
            </a:extLst>
          </p:cNvPr>
          <p:cNvSpPr>
            <a:spLocks noGrp="1" noChangeAspect="1"/>
          </p:cNvSpPr>
          <p:nvPr>
            <p:ph type="body" sz="quarter" idx="11" hasCustomPrompt="1"/>
          </p:nvPr>
        </p:nvSpPr>
        <p:spPr>
          <a:xfrm>
            <a:off x="7837714" y="460342"/>
            <a:ext cx="2592244" cy="1220540"/>
          </a:xfrm>
          <a:prstGeom prst="rect">
            <a:avLst/>
          </a:prstGeom>
          <a:noFill/>
          <a:ln>
            <a:noFill/>
          </a:ln>
        </p:spPr>
        <p:txBody>
          <a:bodyPr lIns="0" tIns="0" rIns="0" bIns="0">
            <a:noAutofit/>
          </a:bodyPr>
          <a:lstStyle>
            <a:lvl1pPr marL="0" indent="0">
              <a:spcBef>
                <a:spcPts val="0"/>
              </a:spcBef>
              <a:spcAft>
                <a:spcPts val="0"/>
              </a:spcAft>
              <a:buNone/>
              <a:defRPr sz="1400" b="0" i="0">
                <a:solidFill>
                  <a:schemeClr val="bg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name here, title here​</a:t>
            </a:r>
          </a:p>
          <a:p>
            <a:r>
              <a:rPr lang="en-US"/>
              <a:t>Add name here, title here​</a:t>
            </a:r>
          </a:p>
          <a:p>
            <a:r>
              <a:rPr lang="en-US"/>
              <a:t>Add name here, title here​</a:t>
            </a:r>
          </a:p>
        </p:txBody>
      </p:sp>
      <p:sp>
        <p:nvSpPr>
          <p:cNvPr id="18" name="Copyright Line 5">
            <a:extLst>
              <a:ext uri="{FF2B5EF4-FFF2-40B4-BE49-F238E27FC236}">
                <a16:creationId xmlns:a16="http://schemas.microsoft.com/office/drawing/2014/main" id="{DEFBE20A-502C-8C5B-07E9-2D54C5CFC95E}"/>
              </a:ext>
              <a:ext uri="{C183D7F6-B498-43B3-948B-1728B52AA6E4}">
                <adec:decorative xmlns:adec="http://schemas.microsoft.com/office/drawing/2017/decorative" val="0"/>
              </a:ext>
            </a:extLst>
          </p:cNvPr>
          <p:cNvSpPr txBox="1"/>
          <p:nvPr userDrawn="1"/>
        </p:nvSpPr>
        <p:spPr>
          <a:xfrm>
            <a:off x="448925" y="4914567"/>
            <a:ext cx="7849903" cy="152400"/>
          </a:xfrm>
          <a:prstGeom prst="rect">
            <a:avLst/>
          </a:prstGeom>
          <a:noFill/>
        </p:spPr>
        <p:txBody>
          <a:bodyPr wrap="square" lIns="0" tIns="0" rIns="0" bIns="0" rtlCol="0" anchor="b">
            <a:noAutofit/>
          </a:bodyPr>
          <a:lstStyle/>
          <a:p>
            <a:pPr>
              <a:lnSpc>
                <a:spcPct val="90000"/>
              </a:lnSpc>
              <a:spcBef>
                <a:spcPts val="300"/>
              </a:spcBef>
            </a:pPr>
            <a:r>
              <a:rPr lang="en-US" sz="800" b="0" i="0">
                <a:solidFill>
                  <a:schemeClr val="accent6"/>
                </a:solidFill>
                <a:latin typeface="Artifakt Element" panose="020B0503050000020004" pitchFamily="34" charset="77"/>
              </a:rPr>
              <a:t>© </a:t>
            </a:r>
            <a:fld id="{07AF06F7-B096-493B-B1B0-C96E279B1CF6}" type="datetimeyyyy">
              <a:rPr lang="en-US" sz="800" b="0" i="0" smtClean="0">
                <a:solidFill>
                  <a:schemeClr val="accent6"/>
                </a:solidFill>
                <a:latin typeface="Artifakt Element" panose="020B0503050000020004" pitchFamily="34" charset="77"/>
              </a:rPr>
              <a:t>2026</a:t>
            </a:fld>
            <a:r>
              <a:rPr lang="en-US" sz="800" b="0" i="0">
                <a:solidFill>
                  <a:schemeClr val="accent6"/>
                </a:solidFill>
                <a:latin typeface="Artifakt Element" panose="020B0503050000020004" pitchFamily="34" charset="77"/>
              </a:rPr>
              <a:t> Autodesk. All rights reserved.</a:t>
            </a:r>
          </a:p>
        </p:txBody>
      </p:sp>
      <p:sp>
        <p:nvSpPr>
          <p:cNvPr id="19" name="Text Placeholder 35">
            <a:extLst>
              <a:ext uri="{FF2B5EF4-FFF2-40B4-BE49-F238E27FC236}">
                <a16:creationId xmlns:a16="http://schemas.microsoft.com/office/drawing/2014/main" id="{3048E48F-05F8-C185-E60D-7BF77DC16B21}"/>
              </a:ext>
            </a:extLst>
          </p:cNvPr>
          <p:cNvSpPr>
            <a:spLocks noGrp="1"/>
          </p:cNvSpPr>
          <p:nvPr>
            <p:ph type="body" sz="quarter" idx="30" hasCustomPrompt="1"/>
          </p:nvPr>
        </p:nvSpPr>
        <p:spPr>
          <a:xfrm>
            <a:off x="448925" y="6553200"/>
            <a:ext cx="7855916"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300414719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Light)">
    <p:bg>
      <p:bgPr>
        <a:solidFill>
          <a:srgbClr val="F5F5F0"/>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3DA4FE46-441B-3072-F84D-6F30456E83B9}"/>
              </a:ext>
            </a:extLst>
          </p:cNvPr>
          <p:cNvSpPr>
            <a:spLocks noGrp="1"/>
          </p:cNvSpPr>
          <p:nvPr>
            <p:ph type="title" hasCustomPrompt="1"/>
          </p:nvPr>
        </p:nvSpPr>
        <p:spPr>
          <a:xfrm>
            <a:off x="6574860" y="1517581"/>
            <a:ext cx="5198040" cy="3044898"/>
          </a:xfrm>
          <a:prstGeom prst="rect">
            <a:avLst/>
          </a:prstGeom>
        </p:spPr>
        <p:txBody>
          <a:bodyPr lIns="0" tIns="46800" rIns="0" anchor="b">
            <a:noAutofit/>
          </a:bodyPr>
          <a:lstStyle>
            <a:lvl1pPr>
              <a:lnSpc>
                <a:spcPts val="5600"/>
              </a:lnSpc>
              <a:defRPr sz="5400"/>
            </a:lvl1pPr>
          </a:lstStyle>
          <a:p>
            <a:r>
              <a:rPr lang="en-US"/>
              <a:t>Click to add</a:t>
            </a:r>
            <a:br>
              <a:rPr lang="en-US"/>
            </a:br>
            <a:r>
              <a:rPr lang="en-US"/>
              <a:t>main title that can extend</a:t>
            </a:r>
            <a:br>
              <a:rPr lang="en-US"/>
            </a:br>
            <a:r>
              <a:rPr lang="en-US"/>
              <a:t>to 4 lines</a:t>
            </a:r>
          </a:p>
        </p:txBody>
      </p:sp>
      <p:sp>
        <p:nvSpPr>
          <p:cNvPr id="23" name="Text Placeholder 2">
            <a:extLst>
              <a:ext uri="{FF2B5EF4-FFF2-40B4-BE49-F238E27FC236}">
                <a16:creationId xmlns:a16="http://schemas.microsoft.com/office/drawing/2014/main" id="{96DFBD05-FF33-3B93-1478-1FD456F8BBF4}"/>
              </a:ext>
            </a:extLst>
          </p:cNvPr>
          <p:cNvSpPr>
            <a:spLocks noGrp="1"/>
          </p:cNvSpPr>
          <p:nvPr>
            <p:ph type="body" idx="1" hasCustomPrompt="1"/>
          </p:nvPr>
        </p:nvSpPr>
        <p:spPr>
          <a:xfrm>
            <a:off x="6574860" y="4696246"/>
            <a:ext cx="5198040" cy="711200"/>
          </a:xfrm>
          <a:prstGeom prst="rect">
            <a:avLst/>
          </a:prstGeom>
        </p:spPr>
        <p:txBody>
          <a:bodyPr lIns="0" tIns="0" rIns="0">
            <a:noAutofit/>
          </a:bodyPr>
          <a:lstStyle>
            <a:lvl1pPr marL="0" indent="0">
              <a:lnSpc>
                <a:spcPct val="100000"/>
              </a:lnSpc>
              <a:spcBef>
                <a:spcPts val="0"/>
              </a:spcBef>
              <a:spcAft>
                <a:spcPts val="0"/>
              </a:spcAft>
              <a:buNone/>
              <a:defRPr sz="1800" b="0" i="0">
                <a:solidFill>
                  <a:schemeClr val="tx1"/>
                </a:solidFill>
                <a:latin typeface="Artifakt Element" panose="020B0503050000020004" pitchFamily="34" charset="77"/>
              </a:defRPr>
            </a:lvl1pPr>
            <a:lvl2pPr marL="457178" indent="0">
              <a:buNone/>
              <a:defRPr sz="2000">
                <a:solidFill>
                  <a:schemeClr val="tx1">
                    <a:tint val="82000"/>
                  </a:schemeClr>
                </a:solidFill>
              </a:defRPr>
            </a:lvl2pPr>
            <a:lvl3pPr marL="914354" indent="0">
              <a:buNone/>
              <a:defRPr sz="1800">
                <a:solidFill>
                  <a:schemeClr val="tx1">
                    <a:tint val="82000"/>
                  </a:schemeClr>
                </a:solidFill>
              </a:defRPr>
            </a:lvl3pPr>
            <a:lvl4pPr marL="1371532" indent="0">
              <a:buNone/>
              <a:defRPr sz="1600">
                <a:solidFill>
                  <a:schemeClr val="tx1">
                    <a:tint val="82000"/>
                  </a:schemeClr>
                </a:solidFill>
              </a:defRPr>
            </a:lvl4pPr>
            <a:lvl5pPr marL="1828709" indent="0">
              <a:buNone/>
              <a:defRPr sz="1600">
                <a:solidFill>
                  <a:schemeClr val="tx1">
                    <a:tint val="82000"/>
                  </a:schemeClr>
                </a:solidFill>
              </a:defRPr>
            </a:lvl5pPr>
            <a:lvl6pPr marL="2285886" indent="0">
              <a:buNone/>
              <a:defRPr sz="1600">
                <a:solidFill>
                  <a:schemeClr val="tx1">
                    <a:tint val="82000"/>
                  </a:schemeClr>
                </a:solidFill>
              </a:defRPr>
            </a:lvl6pPr>
            <a:lvl7pPr marL="2743062" indent="0">
              <a:buNone/>
              <a:defRPr sz="1600">
                <a:solidFill>
                  <a:schemeClr val="tx1">
                    <a:tint val="82000"/>
                  </a:schemeClr>
                </a:solidFill>
              </a:defRPr>
            </a:lvl7pPr>
            <a:lvl8pPr marL="3200240" indent="0">
              <a:buNone/>
              <a:defRPr sz="1600">
                <a:solidFill>
                  <a:schemeClr val="tx1">
                    <a:tint val="82000"/>
                  </a:schemeClr>
                </a:solidFill>
              </a:defRPr>
            </a:lvl8pPr>
            <a:lvl9pPr marL="3657418" indent="0">
              <a:buNone/>
              <a:defRPr sz="1600">
                <a:solidFill>
                  <a:schemeClr val="tx1">
                    <a:tint val="82000"/>
                  </a:schemeClr>
                </a:solidFill>
              </a:defRPr>
            </a:lvl9pPr>
          </a:lstStyle>
          <a:p>
            <a:r>
              <a:rPr lang="en-US"/>
              <a:t>Click to add subtitle</a:t>
            </a:r>
          </a:p>
        </p:txBody>
      </p:sp>
      <p:grpSp>
        <p:nvGrpSpPr>
          <p:cNvPr id="24" name="Graphic 2">
            <a:extLst>
              <a:ext uri="{FF2B5EF4-FFF2-40B4-BE49-F238E27FC236}">
                <a16:creationId xmlns:a16="http://schemas.microsoft.com/office/drawing/2014/main" id="{03FE55D7-4F44-A36C-08D3-968B383C847C}"/>
              </a:ext>
            </a:extLst>
          </p:cNvPr>
          <p:cNvGrpSpPr/>
          <p:nvPr userDrawn="1"/>
        </p:nvGrpSpPr>
        <p:grpSpPr>
          <a:xfrm>
            <a:off x="6574860" y="419100"/>
            <a:ext cx="1774595" cy="182323"/>
            <a:chOff x="4616450" y="3276600"/>
            <a:chExt cx="2962049" cy="304323"/>
          </a:xfrm>
          <a:solidFill>
            <a:schemeClr val="tx1"/>
          </a:solidFill>
        </p:grpSpPr>
        <p:sp>
          <p:nvSpPr>
            <p:cNvPr id="25" name="Freeform 3">
              <a:extLst>
                <a:ext uri="{FF2B5EF4-FFF2-40B4-BE49-F238E27FC236}">
                  <a16:creationId xmlns:a16="http://schemas.microsoft.com/office/drawing/2014/main" id="{F19AAFA0-0D78-A75E-6A8F-2722BB70BACA}"/>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6" name="Freeform 4">
              <a:extLst>
                <a:ext uri="{FF2B5EF4-FFF2-40B4-BE49-F238E27FC236}">
                  <a16:creationId xmlns:a16="http://schemas.microsoft.com/office/drawing/2014/main" id="{9C611312-9DFE-C993-39EE-00AA78E51C03}"/>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7" name="Freeform 5">
              <a:extLst>
                <a:ext uri="{FF2B5EF4-FFF2-40B4-BE49-F238E27FC236}">
                  <a16:creationId xmlns:a16="http://schemas.microsoft.com/office/drawing/2014/main" id="{06E54AFF-0930-68CA-081A-3D5CF93B188F}"/>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8" name="Freeform 6">
              <a:extLst>
                <a:ext uri="{FF2B5EF4-FFF2-40B4-BE49-F238E27FC236}">
                  <a16:creationId xmlns:a16="http://schemas.microsoft.com/office/drawing/2014/main" id="{1EB689B2-A067-F764-A001-781E0A7C0F8D}"/>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9" name="Freeform 7">
              <a:extLst>
                <a:ext uri="{FF2B5EF4-FFF2-40B4-BE49-F238E27FC236}">
                  <a16:creationId xmlns:a16="http://schemas.microsoft.com/office/drawing/2014/main" id="{CCA6FEF7-71CD-4AFB-70EC-D574C4CE9506}"/>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30" name="Freeform 8">
              <a:extLst>
                <a:ext uri="{FF2B5EF4-FFF2-40B4-BE49-F238E27FC236}">
                  <a16:creationId xmlns:a16="http://schemas.microsoft.com/office/drawing/2014/main" id="{723D1348-03B4-0963-915C-1B1926BB6C8F}"/>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31" name="Freeform 9">
              <a:extLst>
                <a:ext uri="{FF2B5EF4-FFF2-40B4-BE49-F238E27FC236}">
                  <a16:creationId xmlns:a16="http://schemas.microsoft.com/office/drawing/2014/main" id="{F44FA22C-8B08-EF8A-14A6-74DFF89FDC19}"/>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32" name="Freeform 10">
              <a:extLst>
                <a:ext uri="{FF2B5EF4-FFF2-40B4-BE49-F238E27FC236}">
                  <a16:creationId xmlns:a16="http://schemas.microsoft.com/office/drawing/2014/main" id="{2A86CC0E-E24B-6F35-FB0B-4893BA103BB3}"/>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33" name="Freeform 11">
              <a:extLst>
                <a:ext uri="{FF2B5EF4-FFF2-40B4-BE49-F238E27FC236}">
                  <a16:creationId xmlns:a16="http://schemas.microsoft.com/office/drawing/2014/main" id="{46075BB6-B88D-CE68-AC3C-DBD7479DB681}"/>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34" name="Picture Placeholder 3">
            <a:extLst>
              <a:ext uri="{FF2B5EF4-FFF2-40B4-BE49-F238E27FC236}">
                <a16:creationId xmlns:a16="http://schemas.microsoft.com/office/drawing/2014/main" id="{DC83CDD7-A399-0CE0-2498-A58018C85043}"/>
              </a:ext>
            </a:extLst>
          </p:cNvPr>
          <p:cNvSpPr>
            <a:spLocks noGrp="1"/>
          </p:cNvSpPr>
          <p:nvPr>
            <p:ph type="pic" sz="quarter" idx="11"/>
          </p:nvPr>
        </p:nvSpPr>
        <p:spPr>
          <a:xfrm>
            <a:off x="0" y="0"/>
            <a:ext cx="6303185" cy="6858000"/>
          </a:xfrm>
          <a:custGeom>
            <a:avLst/>
            <a:gdLst>
              <a:gd name="connsiteX0" fmla="*/ 0 w 6303185"/>
              <a:gd name="connsiteY0" fmla="*/ 0 h 6858000"/>
              <a:gd name="connsiteX1" fmla="*/ 6084888 w 6303185"/>
              <a:gd name="connsiteY1" fmla="*/ 0 h 6858000"/>
              <a:gd name="connsiteX2" fmla="*/ 6084888 w 6303185"/>
              <a:gd name="connsiteY2" fmla="*/ 6639703 h 6858000"/>
              <a:gd name="connsiteX3" fmla="*/ 6303185 w 6303185"/>
              <a:gd name="connsiteY3" fmla="*/ 6858000 h 6858000"/>
              <a:gd name="connsiteX4" fmla="*/ 0 w 6303185"/>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3185" h="6858000">
                <a:moveTo>
                  <a:pt x="0" y="0"/>
                </a:moveTo>
                <a:lnTo>
                  <a:pt x="6084888" y="0"/>
                </a:lnTo>
                <a:lnTo>
                  <a:pt x="6084888" y="6639703"/>
                </a:lnTo>
                <a:cubicBezTo>
                  <a:pt x="6084888" y="6760265"/>
                  <a:pt x="6182623" y="6858000"/>
                  <a:pt x="6303185" y="6858000"/>
                </a:cubicBezTo>
                <a:lnTo>
                  <a:pt x="0" y="6858000"/>
                </a:lnTo>
                <a:close/>
              </a:path>
            </a:pathLst>
          </a:custGeom>
          <a:noFill/>
          <a:ln>
            <a:noFill/>
          </a:ln>
        </p:spPr>
        <p:txBody>
          <a:bodyPr vert="horz" wrap="square" lIns="0" tIns="0" rIns="0" bIns="0" rtlCol="0" anchor="t">
            <a:noAutofit/>
          </a:bodyPr>
          <a:lstStyle>
            <a:lvl1pPr marL="0" marR="0" indent="0" algn="l" defTabSz="914354" rtl="0" eaLnBrk="1" fontAlgn="auto" latinLnBrk="0" hangingPunct="1">
              <a:lnSpc>
                <a:spcPct val="100000"/>
              </a:lnSpc>
              <a:spcBef>
                <a:spcPts val="600"/>
              </a:spcBef>
              <a:spcAft>
                <a:spcPts val="600"/>
              </a:spcAft>
              <a:buClr>
                <a:schemeClr val="tx1"/>
              </a:buClr>
              <a:buSzPct val="100000"/>
              <a:buFont typeface="Wingdings 2" panose="05020102010507070707" pitchFamily="18" charset="2"/>
              <a:buNone/>
              <a:tabLst/>
              <a:defRPr lang="en-US" b="0" i="0">
                <a:latin typeface="Artifakt Element" panose="020B0503050000020004" pitchFamily="34" charset="77"/>
              </a:defRPr>
            </a:lvl1pPr>
          </a:lstStyle>
          <a:p>
            <a:pPr marL="0" marR="0" lvl="0" indent="0" algn="l" defTabSz="914354" rtl="0" eaLnBrk="1" fontAlgn="auto" latinLnBrk="0" hangingPunct="1">
              <a:lnSpc>
                <a:spcPct val="100000"/>
              </a:lnSpc>
              <a:spcBef>
                <a:spcPts val="600"/>
              </a:spcBef>
              <a:spcAft>
                <a:spcPts val="600"/>
              </a:spcAft>
              <a:buClr>
                <a:schemeClr val="tx1"/>
              </a:buClr>
              <a:buSzPct val="100000"/>
              <a:buFont typeface="Wingdings 2" panose="05020102010507070707" pitchFamily="18" charset="2"/>
              <a:buNone/>
              <a:tabLst/>
              <a:defRPr/>
            </a:pPr>
            <a:r>
              <a:rPr lang="en-US"/>
              <a:t>Click icon to add picture</a:t>
            </a:r>
          </a:p>
        </p:txBody>
      </p:sp>
      <p:sp>
        <p:nvSpPr>
          <p:cNvPr id="2" name="Text Placeholder 26">
            <a:extLst>
              <a:ext uri="{FF2B5EF4-FFF2-40B4-BE49-F238E27FC236}">
                <a16:creationId xmlns:a16="http://schemas.microsoft.com/office/drawing/2014/main" id="{00FB5685-D5B2-0CE6-8470-864B3684DA4E}"/>
              </a:ext>
            </a:extLst>
          </p:cNvPr>
          <p:cNvSpPr>
            <a:spLocks noGrp="1" noChangeAspect="1"/>
          </p:cNvSpPr>
          <p:nvPr>
            <p:ph type="body" sz="quarter" idx="12" hasCustomPrompt="1"/>
          </p:nvPr>
        </p:nvSpPr>
        <p:spPr>
          <a:xfrm>
            <a:off x="10465414" y="460342"/>
            <a:ext cx="1317465" cy="200123"/>
          </a:xfrm>
          <a:prstGeom prst="rect">
            <a:avLst/>
          </a:prstGeom>
          <a:noFill/>
          <a:ln>
            <a:noFill/>
          </a:ln>
        </p:spPr>
        <p:txBody>
          <a:bodyPr lIns="0" tIns="0" rIns="0" bIns="0">
            <a:noAutofit/>
          </a:bodyPr>
          <a:lstStyle>
            <a:lvl1pPr marL="0" indent="0" algn="r">
              <a:spcBef>
                <a:spcPts val="0"/>
              </a:spcBef>
              <a:spcAft>
                <a:spcPts val="0"/>
              </a:spcAft>
              <a:buNone/>
              <a:defRPr sz="1400" b="0" i="0">
                <a:solidFill>
                  <a:schemeClr val="tx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date here</a:t>
            </a:r>
          </a:p>
        </p:txBody>
      </p:sp>
      <p:sp>
        <p:nvSpPr>
          <p:cNvPr id="3" name="Copyright Line 5">
            <a:extLst>
              <a:ext uri="{FF2B5EF4-FFF2-40B4-BE49-F238E27FC236}">
                <a16:creationId xmlns:a16="http://schemas.microsoft.com/office/drawing/2014/main" id="{BD25C990-2719-1441-BF0A-874F8D5B4447}"/>
              </a:ext>
              <a:ext uri="{C183D7F6-B498-43B3-948B-1728B52AA6E4}">
                <adec:decorative xmlns:adec="http://schemas.microsoft.com/office/drawing/2017/decorative" val="0"/>
              </a:ext>
            </a:extLst>
          </p:cNvPr>
          <p:cNvSpPr txBox="1"/>
          <p:nvPr userDrawn="1"/>
        </p:nvSpPr>
        <p:spPr>
          <a:xfrm>
            <a:off x="9793871" y="6248400"/>
            <a:ext cx="1979029" cy="152400"/>
          </a:xfrm>
          <a:prstGeom prst="rect">
            <a:avLst/>
          </a:prstGeom>
          <a:noFill/>
        </p:spPr>
        <p:txBody>
          <a:bodyPr wrap="square" lIns="0" tIns="0" rIns="0" bIns="0" rtlCol="0" anchor="b">
            <a:noAutofit/>
          </a:bodyPr>
          <a:lstStyle/>
          <a:p>
            <a:pPr algn="r">
              <a:lnSpc>
                <a:spcPct val="90000"/>
              </a:lnSpc>
              <a:spcBef>
                <a:spcPts val="300"/>
              </a:spcBef>
            </a:pPr>
            <a:r>
              <a:rPr lang="en-US" sz="800" b="0" i="0">
                <a:solidFill>
                  <a:schemeClr val="tx2"/>
                </a:solidFill>
                <a:latin typeface="Artifakt Element" panose="020B0503050000020004" pitchFamily="34" charset="77"/>
              </a:rPr>
              <a:t>© 2025 Autodesk. All rights reserved.</a:t>
            </a:r>
          </a:p>
        </p:txBody>
      </p:sp>
      <p:sp>
        <p:nvSpPr>
          <p:cNvPr id="4" name="Text Placeholder 35">
            <a:extLst>
              <a:ext uri="{FF2B5EF4-FFF2-40B4-BE49-F238E27FC236}">
                <a16:creationId xmlns:a16="http://schemas.microsoft.com/office/drawing/2014/main" id="{4B5A07EB-6384-C8CD-CC4F-D98559A69829}"/>
              </a:ext>
            </a:extLst>
          </p:cNvPr>
          <p:cNvSpPr>
            <a:spLocks noGrp="1"/>
          </p:cNvSpPr>
          <p:nvPr>
            <p:ph type="body" sz="quarter" idx="30" hasCustomPrompt="1"/>
          </p:nvPr>
        </p:nvSpPr>
        <p:spPr>
          <a:xfrm>
            <a:off x="448926" y="6502400"/>
            <a:ext cx="5198150" cy="136208"/>
          </a:xfrm>
          <a:prstGeom prst="rect">
            <a:avLst/>
          </a:prstGeom>
        </p:spPr>
        <p:txBody>
          <a:bodyPr lIns="0" tIns="0" rIns="0" bIns="0" anchor="b">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
        <p:nvSpPr>
          <p:cNvPr id="5" name="Text Placeholder 26">
            <a:extLst>
              <a:ext uri="{FF2B5EF4-FFF2-40B4-BE49-F238E27FC236}">
                <a16:creationId xmlns:a16="http://schemas.microsoft.com/office/drawing/2014/main" id="{CB1C45C7-3B70-166B-3110-EEA29E4A3690}"/>
              </a:ext>
            </a:extLst>
          </p:cNvPr>
          <p:cNvSpPr>
            <a:spLocks noGrp="1" noChangeAspect="1"/>
          </p:cNvSpPr>
          <p:nvPr>
            <p:ph type="body" sz="quarter" idx="31" hasCustomPrompt="1"/>
          </p:nvPr>
        </p:nvSpPr>
        <p:spPr>
          <a:xfrm>
            <a:off x="6574860" y="5553074"/>
            <a:ext cx="2592244" cy="847725"/>
          </a:xfrm>
          <a:prstGeom prst="rect">
            <a:avLst/>
          </a:prstGeom>
          <a:noFill/>
          <a:ln>
            <a:noFill/>
          </a:ln>
        </p:spPr>
        <p:txBody>
          <a:bodyPr lIns="0" tIns="0" rIns="0" bIns="0" anchor="b">
            <a:noAutofit/>
          </a:bodyPr>
          <a:lstStyle>
            <a:lvl1pPr marL="0" marR="0" indent="0" algn="l" defTabSz="914354" rtl="0" eaLnBrk="1" fontAlgn="auto" latinLnBrk="0" hangingPunct="1">
              <a:lnSpc>
                <a:spcPct val="100000"/>
              </a:lnSpc>
              <a:spcBef>
                <a:spcPts val="0"/>
              </a:spcBef>
              <a:spcAft>
                <a:spcPts val="0"/>
              </a:spcAft>
              <a:buClr>
                <a:schemeClr val="tx1"/>
              </a:buClr>
              <a:buSzPct val="100000"/>
              <a:buFont typeface="Wingdings 2" panose="05020102010507070707" pitchFamily="18" charset="2"/>
              <a:buNone/>
              <a:tabLst/>
              <a:defRPr sz="1400" b="0" i="0">
                <a:solidFill>
                  <a:schemeClr val="tx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dirty="0"/>
              <a:t>Add name here, title here​</a:t>
            </a:r>
          </a:p>
          <a:p>
            <a:r>
              <a:rPr lang="en-US" dirty="0"/>
              <a:t>Add name here, title here​</a:t>
            </a:r>
          </a:p>
          <a:p>
            <a:r>
              <a:rPr lang="en-US" dirty="0"/>
              <a:t>Add name here, title here​</a:t>
            </a:r>
          </a:p>
        </p:txBody>
      </p:sp>
    </p:spTree>
    <p:extLst>
      <p:ext uri="{BB962C8B-B14F-4D97-AF65-F5344CB8AC3E}">
        <p14:creationId xmlns:p14="http://schemas.microsoft.com/office/powerpoint/2010/main" val="353149617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Dark)">
    <p:bg>
      <p:bgPr>
        <a:solidFill>
          <a:schemeClr val="tx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3DA4FE46-441B-3072-F84D-6F30456E83B9}"/>
              </a:ext>
            </a:extLst>
          </p:cNvPr>
          <p:cNvSpPr>
            <a:spLocks noGrp="1"/>
          </p:cNvSpPr>
          <p:nvPr>
            <p:ph type="title" hasCustomPrompt="1"/>
          </p:nvPr>
        </p:nvSpPr>
        <p:spPr>
          <a:xfrm>
            <a:off x="6574860" y="1517581"/>
            <a:ext cx="5198040" cy="3044898"/>
          </a:xfrm>
          <a:prstGeom prst="rect">
            <a:avLst/>
          </a:prstGeom>
        </p:spPr>
        <p:txBody>
          <a:bodyPr lIns="0" tIns="46800" rIns="0" anchor="b">
            <a:noAutofit/>
          </a:bodyPr>
          <a:lstStyle>
            <a:lvl1pPr>
              <a:lnSpc>
                <a:spcPts val="5600"/>
              </a:lnSpc>
              <a:defRPr sz="5400">
                <a:solidFill>
                  <a:schemeClr val="bg1"/>
                </a:solidFill>
              </a:defRPr>
            </a:lvl1pPr>
          </a:lstStyle>
          <a:p>
            <a:pPr lvl="0"/>
            <a:r>
              <a:rPr lang="en-US"/>
              <a:t>Click to add</a:t>
            </a:r>
            <a:br>
              <a:rPr lang="en-US"/>
            </a:br>
            <a:r>
              <a:rPr lang="en-US"/>
              <a:t>main title that can extend</a:t>
            </a:r>
            <a:br>
              <a:rPr lang="en-US"/>
            </a:br>
            <a:r>
              <a:rPr lang="en-US"/>
              <a:t>to 4 lines</a:t>
            </a:r>
          </a:p>
        </p:txBody>
      </p:sp>
      <p:sp>
        <p:nvSpPr>
          <p:cNvPr id="23" name="Text Placeholder 2">
            <a:extLst>
              <a:ext uri="{FF2B5EF4-FFF2-40B4-BE49-F238E27FC236}">
                <a16:creationId xmlns:a16="http://schemas.microsoft.com/office/drawing/2014/main" id="{96DFBD05-FF33-3B93-1478-1FD456F8BBF4}"/>
              </a:ext>
            </a:extLst>
          </p:cNvPr>
          <p:cNvSpPr>
            <a:spLocks noGrp="1"/>
          </p:cNvSpPr>
          <p:nvPr>
            <p:ph type="body" idx="1" hasCustomPrompt="1"/>
          </p:nvPr>
        </p:nvSpPr>
        <p:spPr>
          <a:xfrm>
            <a:off x="6574860" y="4696246"/>
            <a:ext cx="5198040" cy="711200"/>
          </a:xfrm>
          <a:prstGeom prst="rect">
            <a:avLst/>
          </a:prstGeom>
        </p:spPr>
        <p:txBody>
          <a:bodyPr lIns="0" tIns="0" rIns="0">
            <a:noAutofit/>
          </a:bodyPr>
          <a:lstStyle>
            <a:lvl1pPr marL="0" indent="0">
              <a:lnSpc>
                <a:spcPct val="100000"/>
              </a:lnSpc>
              <a:spcBef>
                <a:spcPts val="0"/>
              </a:spcBef>
              <a:spcAft>
                <a:spcPts val="0"/>
              </a:spcAft>
              <a:buNone/>
              <a:defRPr sz="1800" b="0" i="0">
                <a:solidFill>
                  <a:schemeClr val="bg1"/>
                </a:solidFill>
                <a:latin typeface="Artifakt Element" panose="020B0503050000020004" pitchFamily="34" charset="77"/>
              </a:defRPr>
            </a:lvl1pPr>
            <a:lvl2pPr marL="457178" indent="0">
              <a:buNone/>
              <a:defRPr sz="2000">
                <a:solidFill>
                  <a:schemeClr val="tx1">
                    <a:tint val="82000"/>
                  </a:schemeClr>
                </a:solidFill>
              </a:defRPr>
            </a:lvl2pPr>
            <a:lvl3pPr marL="914354" indent="0">
              <a:buNone/>
              <a:defRPr sz="1800">
                <a:solidFill>
                  <a:schemeClr val="tx1">
                    <a:tint val="82000"/>
                  </a:schemeClr>
                </a:solidFill>
              </a:defRPr>
            </a:lvl3pPr>
            <a:lvl4pPr marL="1371532" indent="0">
              <a:buNone/>
              <a:defRPr sz="1600">
                <a:solidFill>
                  <a:schemeClr val="tx1">
                    <a:tint val="82000"/>
                  </a:schemeClr>
                </a:solidFill>
              </a:defRPr>
            </a:lvl4pPr>
            <a:lvl5pPr marL="1828709" indent="0">
              <a:buNone/>
              <a:defRPr sz="1600">
                <a:solidFill>
                  <a:schemeClr val="tx1">
                    <a:tint val="82000"/>
                  </a:schemeClr>
                </a:solidFill>
              </a:defRPr>
            </a:lvl5pPr>
            <a:lvl6pPr marL="2285886" indent="0">
              <a:buNone/>
              <a:defRPr sz="1600">
                <a:solidFill>
                  <a:schemeClr val="tx1">
                    <a:tint val="82000"/>
                  </a:schemeClr>
                </a:solidFill>
              </a:defRPr>
            </a:lvl6pPr>
            <a:lvl7pPr marL="2743062" indent="0">
              <a:buNone/>
              <a:defRPr sz="1600">
                <a:solidFill>
                  <a:schemeClr val="tx1">
                    <a:tint val="82000"/>
                  </a:schemeClr>
                </a:solidFill>
              </a:defRPr>
            </a:lvl7pPr>
            <a:lvl8pPr marL="3200240" indent="0">
              <a:buNone/>
              <a:defRPr sz="1600">
                <a:solidFill>
                  <a:schemeClr val="tx1">
                    <a:tint val="82000"/>
                  </a:schemeClr>
                </a:solidFill>
              </a:defRPr>
            </a:lvl8pPr>
            <a:lvl9pPr marL="3657418" indent="0">
              <a:buNone/>
              <a:defRPr sz="1600">
                <a:solidFill>
                  <a:schemeClr val="tx1">
                    <a:tint val="82000"/>
                  </a:schemeClr>
                </a:solidFill>
              </a:defRPr>
            </a:lvl9pPr>
          </a:lstStyle>
          <a:p>
            <a:r>
              <a:rPr lang="en-US"/>
              <a:t>Click to add subtitle</a:t>
            </a:r>
          </a:p>
        </p:txBody>
      </p:sp>
      <p:grpSp>
        <p:nvGrpSpPr>
          <p:cNvPr id="24" name="Graphic 2">
            <a:extLst>
              <a:ext uri="{FF2B5EF4-FFF2-40B4-BE49-F238E27FC236}">
                <a16:creationId xmlns:a16="http://schemas.microsoft.com/office/drawing/2014/main" id="{03FE55D7-4F44-A36C-08D3-968B383C847C}"/>
              </a:ext>
            </a:extLst>
          </p:cNvPr>
          <p:cNvGrpSpPr/>
          <p:nvPr userDrawn="1"/>
        </p:nvGrpSpPr>
        <p:grpSpPr>
          <a:xfrm>
            <a:off x="6574860" y="419100"/>
            <a:ext cx="1774595" cy="182323"/>
            <a:chOff x="4616450" y="3276600"/>
            <a:chExt cx="2962049" cy="304323"/>
          </a:xfrm>
          <a:solidFill>
            <a:schemeClr val="bg1"/>
          </a:solidFill>
        </p:grpSpPr>
        <p:sp>
          <p:nvSpPr>
            <p:cNvPr id="25" name="Freeform 3">
              <a:extLst>
                <a:ext uri="{FF2B5EF4-FFF2-40B4-BE49-F238E27FC236}">
                  <a16:creationId xmlns:a16="http://schemas.microsoft.com/office/drawing/2014/main" id="{F19AAFA0-0D78-A75E-6A8F-2722BB70BACA}"/>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6" name="Freeform 4">
              <a:extLst>
                <a:ext uri="{FF2B5EF4-FFF2-40B4-BE49-F238E27FC236}">
                  <a16:creationId xmlns:a16="http://schemas.microsoft.com/office/drawing/2014/main" id="{9C611312-9DFE-C993-39EE-00AA78E51C03}"/>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7" name="Freeform 5">
              <a:extLst>
                <a:ext uri="{FF2B5EF4-FFF2-40B4-BE49-F238E27FC236}">
                  <a16:creationId xmlns:a16="http://schemas.microsoft.com/office/drawing/2014/main" id="{06E54AFF-0930-68CA-081A-3D5CF93B188F}"/>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8" name="Freeform 6">
              <a:extLst>
                <a:ext uri="{FF2B5EF4-FFF2-40B4-BE49-F238E27FC236}">
                  <a16:creationId xmlns:a16="http://schemas.microsoft.com/office/drawing/2014/main" id="{1EB689B2-A067-F764-A001-781E0A7C0F8D}"/>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9" name="Freeform 7">
              <a:extLst>
                <a:ext uri="{FF2B5EF4-FFF2-40B4-BE49-F238E27FC236}">
                  <a16:creationId xmlns:a16="http://schemas.microsoft.com/office/drawing/2014/main" id="{CCA6FEF7-71CD-4AFB-70EC-D574C4CE9506}"/>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30" name="Freeform 8">
              <a:extLst>
                <a:ext uri="{FF2B5EF4-FFF2-40B4-BE49-F238E27FC236}">
                  <a16:creationId xmlns:a16="http://schemas.microsoft.com/office/drawing/2014/main" id="{723D1348-03B4-0963-915C-1B1926BB6C8F}"/>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31" name="Freeform 9">
              <a:extLst>
                <a:ext uri="{FF2B5EF4-FFF2-40B4-BE49-F238E27FC236}">
                  <a16:creationId xmlns:a16="http://schemas.microsoft.com/office/drawing/2014/main" id="{F44FA22C-8B08-EF8A-14A6-74DFF89FDC19}"/>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32" name="Freeform 10">
              <a:extLst>
                <a:ext uri="{FF2B5EF4-FFF2-40B4-BE49-F238E27FC236}">
                  <a16:creationId xmlns:a16="http://schemas.microsoft.com/office/drawing/2014/main" id="{2A86CC0E-E24B-6F35-FB0B-4893BA103BB3}"/>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33" name="Freeform 11">
              <a:extLst>
                <a:ext uri="{FF2B5EF4-FFF2-40B4-BE49-F238E27FC236}">
                  <a16:creationId xmlns:a16="http://schemas.microsoft.com/office/drawing/2014/main" id="{46075BB6-B88D-CE68-AC3C-DBD7479DB681}"/>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34" name="Picture Placeholder 3">
            <a:extLst>
              <a:ext uri="{FF2B5EF4-FFF2-40B4-BE49-F238E27FC236}">
                <a16:creationId xmlns:a16="http://schemas.microsoft.com/office/drawing/2014/main" id="{DC83CDD7-A399-0CE0-2498-A58018C85043}"/>
              </a:ext>
            </a:extLst>
          </p:cNvPr>
          <p:cNvSpPr>
            <a:spLocks noGrp="1"/>
          </p:cNvSpPr>
          <p:nvPr>
            <p:ph type="pic" sz="quarter" idx="11"/>
          </p:nvPr>
        </p:nvSpPr>
        <p:spPr>
          <a:xfrm>
            <a:off x="0" y="0"/>
            <a:ext cx="6303185" cy="6858000"/>
          </a:xfrm>
          <a:custGeom>
            <a:avLst/>
            <a:gdLst>
              <a:gd name="connsiteX0" fmla="*/ 0 w 6303185"/>
              <a:gd name="connsiteY0" fmla="*/ 0 h 6858000"/>
              <a:gd name="connsiteX1" fmla="*/ 6084888 w 6303185"/>
              <a:gd name="connsiteY1" fmla="*/ 0 h 6858000"/>
              <a:gd name="connsiteX2" fmla="*/ 6084888 w 6303185"/>
              <a:gd name="connsiteY2" fmla="*/ 6639703 h 6858000"/>
              <a:gd name="connsiteX3" fmla="*/ 6303185 w 6303185"/>
              <a:gd name="connsiteY3" fmla="*/ 6858000 h 6858000"/>
              <a:gd name="connsiteX4" fmla="*/ 0 w 6303185"/>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3185" h="6858000">
                <a:moveTo>
                  <a:pt x="0" y="0"/>
                </a:moveTo>
                <a:lnTo>
                  <a:pt x="6084888" y="0"/>
                </a:lnTo>
                <a:lnTo>
                  <a:pt x="6084888" y="6639703"/>
                </a:lnTo>
                <a:cubicBezTo>
                  <a:pt x="6084888" y="6760265"/>
                  <a:pt x="6182623" y="6858000"/>
                  <a:pt x="6303185" y="6858000"/>
                </a:cubicBezTo>
                <a:lnTo>
                  <a:pt x="0" y="6858000"/>
                </a:lnTo>
                <a:close/>
              </a:path>
            </a:pathLst>
          </a:custGeom>
          <a:noFill/>
          <a:ln>
            <a:noFill/>
          </a:ln>
        </p:spPr>
        <p:txBody>
          <a:bodyPr vert="horz" wrap="square" lIns="0" tIns="0" rIns="0" bIns="0" rtlCol="0" anchor="t">
            <a:noAutofit/>
          </a:bodyPr>
          <a:lstStyle>
            <a:lvl1pPr marL="0" marR="0" indent="0" algn="l" defTabSz="914354" rtl="0" eaLnBrk="1" fontAlgn="auto" latinLnBrk="0" hangingPunct="1">
              <a:lnSpc>
                <a:spcPct val="100000"/>
              </a:lnSpc>
              <a:spcBef>
                <a:spcPts val="600"/>
              </a:spcBef>
              <a:spcAft>
                <a:spcPts val="600"/>
              </a:spcAft>
              <a:buClr>
                <a:schemeClr val="tx1"/>
              </a:buClr>
              <a:buSzPct val="100000"/>
              <a:buFont typeface="Wingdings 2" panose="05020102010507070707" pitchFamily="18" charset="2"/>
              <a:buNone/>
              <a:tabLst/>
              <a:defRPr lang="en-US" b="0" i="0">
                <a:solidFill>
                  <a:schemeClr val="bg1"/>
                </a:solidFill>
                <a:latin typeface="Artifakt Element" panose="020B0503050000020004" pitchFamily="34" charset="77"/>
              </a:defRPr>
            </a:lvl1pPr>
          </a:lstStyle>
          <a:p>
            <a:pPr marL="0" marR="0" lvl="0" indent="0" algn="l" defTabSz="914354" rtl="0" eaLnBrk="1" fontAlgn="auto" latinLnBrk="0" hangingPunct="1">
              <a:lnSpc>
                <a:spcPct val="100000"/>
              </a:lnSpc>
              <a:spcBef>
                <a:spcPts val="600"/>
              </a:spcBef>
              <a:spcAft>
                <a:spcPts val="600"/>
              </a:spcAft>
              <a:buClr>
                <a:schemeClr val="tx1"/>
              </a:buClr>
              <a:buSzPct val="100000"/>
              <a:buFont typeface="Wingdings 2" panose="05020102010507070707" pitchFamily="18" charset="2"/>
              <a:buNone/>
              <a:tabLst/>
              <a:defRPr/>
            </a:pPr>
            <a:r>
              <a:rPr lang="en-US"/>
              <a:t>Click icon to add picture</a:t>
            </a:r>
          </a:p>
        </p:txBody>
      </p:sp>
      <p:sp>
        <p:nvSpPr>
          <p:cNvPr id="2" name="Text Placeholder 26">
            <a:extLst>
              <a:ext uri="{FF2B5EF4-FFF2-40B4-BE49-F238E27FC236}">
                <a16:creationId xmlns:a16="http://schemas.microsoft.com/office/drawing/2014/main" id="{1D554323-053A-41EA-551D-D7AC41CC1385}"/>
              </a:ext>
            </a:extLst>
          </p:cNvPr>
          <p:cNvSpPr>
            <a:spLocks noGrp="1" noChangeAspect="1"/>
          </p:cNvSpPr>
          <p:nvPr>
            <p:ph type="body" sz="quarter" idx="12" hasCustomPrompt="1"/>
          </p:nvPr>
        </p:nvSpPr>
        <p:spPr>
          <a:xfrm>
            <a:off x="10465414" y="460342"/>
            <a:ext cx="1317465" cy="200123"/>
          </a:xfrm>
          <a:prstGeom prst="rect">
            <a:avLst/>
          </a:prstGeom>
          <a:noFill/>
          <a:ln>
            <a:noFill/>
          </a:ln>
        </p:spPr>
        <p:txBody>
          <a:bodyPr lIns="0" tIns="0" rIns="0" bIns="0">
            <a:noAutofit/>
          </a:bodyPr>
          <a:lstStyle>
            <a:lvl1pPr marL="0" indent="0" algn="r">
              <a:spcBef>
                <a:spcPts val="0"/>
              </a:spcBef>
              <a:spcAft>
                <a:spcPts val="0"/>
              </a:spcAft>
              <a:buNone/>
              <a:defRPr sz="1400" b="0" i="0">
                <a:solidFill>
                  <a:schemeClr val="bg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date here</a:t>
            </a:r>
          </a:p>
        </p:txBody>
      </p:sp>
      <p:sp>
        <p:nvSpPr>
          <p:cNvPr id="3" name="Copyright Line 5">
            <a:extLst>
              <a:ext uri="{FF2B5EF4-FFF2-40B4-BE49-F238E27FC236}">
                <a16:creationId xmlns:a16="http://schemas.microsoft.com/office/drawing/2014/main" id="{811131C8-79C3-F494-64BE-683B175C9589}"/>
              </a:ext>
              <a:ext uri="{C183D7F6-B498-43B3-948B-1728B52AA6E4}">
                <adec:decorative xmlns:adec="http://schemas.microsoft.com/office/drawing/2017/decorative" val="0"/>
              </a:ext>
            </a:extLst>
          </p:cNvPr>
          <p:cNvSpPr txBox="1"/>
          <p:nvPr userDrawn="1"/>
        </p:nvSpPr>
        <p:spPr>
          <a:xfrm>
            <a:off x="9793871" y="6248400"/>
            <a:ext cx="1979029" cy="152400"/>
          </a:xfrm>
          <a:prstGeom prst="rect">
            <a:avLst/>
          </a:prstGeom>
          <a:noFill/>
        </p:spPr>
        <p:txBody>
          <a:bodyPr wrap="square" lIns="0" tIns="0" rIns="0" bIns="0" rtlCol="0" anchor="b">
            <a:noAutofit/>
          </a:bodyPr>
          <a:lstStyle/>
          <a:p>
            <a:pPr algn="r">
              <a:lnSpc>
                <a:spcPct val="90000"/>
              </a:lnSpc>
              <a:spcBef>
                <a:spcPts val="300"/>
              </a:spcBef>
            </a:pPr>
            <a:r>
              <a:rPr lang="en-US" sz="800" b="0" i="0">
                <a:solidFill>
                  <a:schemeClr val="accent6"/>
                </a:solidFill>
                <a:latin typeface="Artifakt Element" panose="020B0503050000020004" pitchFamily="34" charset="77"/>
              </a:rPr>
              <a:t>© </a:t>
            </a:r>
            <a:fld id="{0DBEA3F7-58FD-4F83-8E60-9B5066D26E86}" type="datetimeyyyy">
              <a:rPr lang="en-US" sz="800" b="0" i="0" smtClean="0">
                <a:solidFill>
                  <a:schemeClr val="accent6"/>
                </a:solidFill>
                <a:latin typeface="Artifakt Element" panose="020B0503050000020004" pitchFamily="34" charset="77"/>
              </a:rPr>
              <a:t>2026</a:t>
            </a:fld>
            <a:r>
              <a:rPr lang="en-US" sz="800" b="0" i="0">
                <a:solidFill>
                  <a:schemeClr val="accent6"/>
                </a:solidFill>
                <a:latin typeface="Artifakt Element" panose="020B0503050000020004" pitchFamily="34" charset="77"/>
              </a:rPr>
              <a:t> Autodesk. All rights reserved.</a:t>
            </a:r>
          </a:p>
        </p:txBody>
      </p:sp>
      <p:sp>
        <p:nvSpPr>
          <p:cNvPr id="5" name="Text Placeholder 35">
            <a:extLst>
              <a:ext uri="{FF2B5EF4-FFF2-40B4-BE49-F238E27FC236}">
                <a16:creationId xmlns:a16="http://schemas.microsoft.com/office/drawing/2014/main" id="{C3C3A517-7868-A106-B77F-C25AC9685678}"/>
              </a:ext>
            </a:extLst>
          </p:cNvPr>
          <p:cNvSpPr>
            <a:spLocks noGrp="1"/>
          </p:cNvSpPr>
          <p:nvPr>
            <p:ph type="body" sz="quarter" idx="30" hasCustomPrompt="1"/>
          </p:nvPr>
        </p:nvSpPr>
        <p:spPr>
          <a:xfrm>
            <a:off x="448926" y="6502400"/>
            <a:ext cx="5198150" cy="136208"/>
          </a:xfrm>
          <a:prstGeom prst="rect">
            <a:avLst/>
          </a:prstGeom>
        </p:spPr>
        <p:txBody>
          <a:bodyPr lIns="0" tIns="0" rIns="0" bIns="0" anchor="b">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
        <p:nvSpPr>
          <p:cNvPr id="4" name="Text Placeholder 26">
            <a:extLst>
              <a:ext uri="{FF2B5EF4-FFF2-40B4-BE49-F238E27FC236}">
                <a16:creationId xmlns:a16="http://schemas.microsoft.com/office/drawing/2014/main" id="{C38CCE6E-F780-0C8D-DB78-57122349A51F}"/>
              </a:ext>
            </a:extLst>
          </p:cNvPr>
          <p:cNvSpPr>
            <a:spLocks noGrp="1" noChangeAspect="1"/>
          </p:cNvSpPr>
          <p:nvPr>
            <p:ph type="body" sz="quarter" idx="31" hasCustomPrompt="1"/>
          </p:nvPr>
        </p:nvSpPr>
        <p:spPr>
          <a:xfrm>
            <a:off x="6574860" y="5553074"/>
            <a:ext cx="2592244" cy="847725"/>
          </a:xfrm>
          <a:prstGeom prst="rect">
            <a:avLst/>
          </a:prstGeom>
          <a:noFill/>
          <a:ln>
            <a:noFill/>
          </a:ln>
        </p:spPr>
        <p:txBody>
          <a:bodyPr lIns="0" tIns="0" rIns="0" bIns="0" anchor="b">
            <a:noAutofit/>
          </a:bodyPr>
          <a:lstStyle>
            <a:lvl1pPr marL="0" marR="0" indent="0" algn="l" defTabSz="914354" rtl="0" eaLnBrk="1" fontAlgn="auto" latinLnBrk="0" hangingPunct="1">
              <a:lnSpc>
                <a:spcPct val="100000"/>
              </a:lnSpc>
              <a:spcBef>
                <a:spcPts val="0"/>
              </a:spcBef>
              <a:spcAft>
                <a:spcPts val="0"/>
              </a:spcAft>
              <a:buClr>
                <a:schemeClr val="tx1"/>
              </a:buClr>
              <a:buSzPct val="100000"/>
              <a:buFont typeface="Wingdings 2" panose="05020102010507070707" pitchFamily="18" charset="2"/>
              <a:buNone/>
              <a:tabLst/>
              <a:defRPr sz="1400" b="0" i="0">
                <a:solidFill>
                  <a:schemeClr val="bg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dirty="0"/>
              <a:t>Add name here, title here​</a:t>
            </a:r>
          </a:p>
          <a:p>
            <a:r>
              <a:rPr lang="en-US" dirty="0"/>
              <a:t>Add name here, title here​</a:t>
            </a:r>
          </a:p>
          <a:p>
            <a:r>
              <a:rPr lang="en-US" dirty="0"/>
              <a:t>Add name here, title here​</a:t>
            </a:r>
          </a:p>
        </p:txBody>
      </p:sp>
    </p:spTree>
    <p:extLst>
      <p:ext uri="{BB962C8B-B14F-4D97-AF65-F5344CB8AC3E}">
        <p14:creationId xmlns:p14="http://schemas.microsoft.com/office/powerpoint/2010/main" val="170950668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3 (Light)">
    <p:bg>
      <p:bgPr>
        <a:solidFill>
          <a:schemeClr val="tx1"/>
        </a:solidFill>
        <a:effectLst/>
      </p:bgPr>
    </p:bg>
    <p:spTree>
      <p:nvGrpSpPr>
        <p:cNvPr id="1" name=""/>
        <p:cNvGrpSpPr/>
        <p:nvPr/>
      </p:nvGrpSpPr>
      <p:grpSpPr>
        <a:xfrm>
          <a:off x="0" y="0"/>
          <a:ext cx="0" cy="0"/>
          <a:chOff x="0" y="0"/>
          <a:chExt cx="0" cy="0"/>
        </a:xfrm>
      </p:grpSpPr>
      <p:sp>
        <p:nvSpPr>
          <p:cNvPr id="2" name="Rectangle: Single Corner Rounded 1">
            <a:extLst>
              <a:ext uri="{FF2B5EF4-FFF2-40B4-BE49-F238E27FC236}">
                <a16:creationId xmlns:a16="http://schemas.microsoft.com/office/drawing/2014/main" id="{95DA4312-50AD-B31A-9AB7-21942B7CEEA5}"/>
              </a:ext>
            </a:extLst>
          </p:cNvPr>
          <p:cNvSpPr/>
          <p:nvPr userDrawn="1"/>
        </p:nvSpPr>
        <p:spPr>
          <a:xfrm>
            <a:off x="0" y="1638300"/>
            <a:ext cx="12192000" cy="5219700"/>
          </a:xfrm>
          <a:prstGeom prst="round1Rect">
            <a:avLst>
              <a:gd name="adj" fmla="val 2768"/>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rtifakt Element" panose="020B0503050000020004" pitchFamily="34" charset="77"/>
            </a:endParaRPr>
          </a:p>
        </p:txBody>
      </p:sp>
      <p:grpSp>
        <p:nvGrpSpPr>
          <p:cNvPr id="4" name="Graphic 2">
            <a:extLst>
              <a:ext uri="{FF2B5EF4-FFF2-40B4-BE49-F238E27FC236}">
                <a16:creationId xmlns:a16="http://schemas.microsoft.com/office/drawing/2014/main" id="{6932843A-9018-9CE5-A0B8-A054519632B2}"/>
              </a:ext>
            </a:extLst>
          </p:cNvPr>
          <p:cNvGrpSpPr>
            <a:grpSpLocks noChangeAspect="1"/>
          </p:cNvGrpSpPr>
          <p:nvPr userDrawn="1"/>
        </p:nvGrpSpPr>
        <p:grpSpPr>
          <a:xfrm>
            <a:off x="455337" y="482536"/>
            <a:ext cx="1774595" cy="182323"/>
            <a:chOff x="4616450" y="3276600"/>
            <a:chExt cx="2962049" cy="304323"/>
          </a:xfrm>
          <a:solidFill>
            <a:schemeClr val="bg1"/>
          </a:solidFill>
        </p:grpSpPr>
        <p:sp>
          <p:nvSpPr>
            <p:cNvPr id="5" name="Freeform 3">
              <a:extLst>
                <a:ext uri="{FF2B5EF4-FFF2-40B4-BE49-F238E27FC236}">
                  <a16:creationId xmlns:a16="http://schemas.microsoft.com/office/drawing/2014/main" id="{49B9AB7A-8F02-CC0D-240C-24C8CF2898FF}"/>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6" name="Freeform 4">
              <a:extLst>
                <a:ext uri="{FF2B5EF4-FFF2-40B4-BE49-F238E27FC236}">
                  <a16:creationId xmlns:a16="http://schemas.microsoft.com/office/drawing/2014/main" id="{0FB19BF9-391A-3ED2-8E2D-EAFDC0EF8DAD}"/>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7" name="Freeform 5">
              <a:extLst>
                <a:ext uri="{FF2B5EF4-FFF2-40B4-BE49-F238E27FC236}">
                  <a16:creationId xmlns:a16="http://schemas.microsoft.com/office/drawing/2014/main" id="{DAE9FD3A-3D38-BA58-4C99-EC7618D80F53}"/>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8" name="Freeform 6">
              <a:extLst>
                <a:ext uri="{FF2B5EF4-FFF2-40B4-BE49-F238E27FC236}">
                  <a16:creationId xmlns:a16="http://schemas.microsoft.com/office/drawing/2014/main" id="{F0B3D8BB-32BA-0DE7-C626-3D17AA92B740}"/>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9" name="Freeform 7">
              <a:extLst>
                <a:ext uri="{FF2B5EF4-FFF2-40B4-BE49-F238E27FC236}">
                  <a16:creationId xmlns:a16="http://schemas.microsoft.com/office/drawing/2014/main" id="{3BF607E7-D612-9F29-5E54-1F589279A697}"/>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0" name="Freeform 8">
              <a:extLst>
                <a:ext uri="{FF2B5EF4-FFF2-40B4-BE49-F238E27FC236}">
                  <a16:creationId xmlns:a16="http://schemas.microsoft.com/office/drawing/2014/main" id="{61811EC8-C54F-BF84-BF00-D1E574FB69A6}"/>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1" name="Freeform 9">
              <a:extLst>
                <a:ext uri="{FF2B5EF4-FFF2-40B4-BE49-F238E27FC236}">
                  <a16:creationId xmlns:a16="http://schemas.microsoft.com/office/drawing/2014/main" id="{41D20E51-34FB-F267-052C-15CBBE1C3F45}"/>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2" name="Freeform 10">
              <a:extLst>
                <a:ext uri="{FF2B5EF4-FFF2-40B4-BE49-F238E27FC236}">
                  <a16:creationId xmlns:a16="http://schemas.microsoft.com/office/drawing/2014/main" id="{6314F7F2-87E6-2CD7-3730-9DFE9ECF3CD6}"/>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3" name="Freeform 11">
              <a:extLst>
                <a:ext uri="{FF2B5EF4-FFF2-40B4-BE49-F238E27FC236}">
                  <a16:creationId xmlns:a16="http://schemas.microsoft.com/office/drawing/2014/main" id="{B022E633-BAA0-A9D1-D629-594814DA6984}"/>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14" name="Text Placeholder 26">
            <a:extLst>
              <a:ext uri="{FF2B5EF4-FFF2-40B4-BE49-F238E27FC236}">
                <a16:creationId xmlns:a16="http://schemas.microsoft.com/office/drawing/2014/main" id="{7C3C1D5B-64A6-778E-243D-14C85FFF0F41}"/>
              </a:ext>
            </a:extLst>
          </p:cNvPr>
          <p:cNvSpPr>
            <a:spLocks noGrp="1" noChangeAspect="1"/>
          </p:cNvSpPr>
          <p:nvPr>
            <p:ph type="body" sz="quarter" idx="11" hasCustomPrompt="1"/>
          </p:nvPr>
        </p:nvSpPr>
        <p:spPr>
          <a:xfrm>
            <a:off x="4802908" y="460342"/>
            <a:ext cx="3084947" cy="646331"/>
          </a:xfrm>
          <a:prstGeom prst="rect">
            <a:avLst/>
          </a:prstGeom>
          <a:noFill/>
          <a:ln>
            <a:noFill/>
          </a:ln>
        </p:spPr>
        <p:txBody>
          <a:bodyPr wrap="square" lIns="0" tIns="0" rIns="0" bIns="0">
            <a:spAutoFit/>
          </a:bodyPr>
          <a:lstStyle>
            <a:lvl1pPr marL="0" marR="0" indent="0" algn="l" defTabSz="914354" rtl="0" eaLnBrk="1" fontAlgn="auto" latinLnBrk="0" hangingPunct="1">
              <a:lnSpc>
                <a:spcPct val="100000"/>
              </a:lnSpc>
              <a:spcBef>
                <a:spcPts val="0"/>
              </a:spcBef>
              <a:spcAft>
                <a:spcPts val="0"/>
              </a:spcAft>
              <a:buClr>
                <a:schemeClr val="tx1"/>
              </a:buClr>
              <a:buSzPct val="100000"/>
              <a:buFont typeface="Wingdings 2" panose="05020102010507070707" pitchFamily="18" charset="2"/>
              <a:buNone/>
              <a:tabLst/>
              <a:defRPr sz="1400" b="0" i="0">
                <a:solidFill>
                  <a:schemeClr val="bg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name here, title here​</a:t>
            </a:r>
          </a:p>
          <a:p>
            <a:r>
              <a:rPr lang="en-US"/>
              <a:t>Add name here, title here​</a:t>
            </a:r>
          </a:p>
          <a:p>
            <a:r>
              <a:rPr lang="en-US"/>
              <a:t>Add name here, title here​</a:t>
            </a:r>
          </a:p>
        </p:txBody>
      </p:sp>
      <p:sp>
        <p:nvSpPr>
          <p:cNvPr id="15" name="Text Placeholder 26">
            <a:extLst>
              <a:ext uri="{FF2B5EF4-FFF2-40B4-BE49-F238E27FC236}">
                <a16:creationId xmlns:a16="http://schemas.microsoft.com/office/drawing/2014/main" id="{42A53AF6-5A9F-1DB7-2DD9-60BCA56A5504}"/>
              </a:ext>
            </a:extLst>
          </p:cNvPr>
          <p:cNvSpPr>
            <a:spLocks noGrp="1" noChangeAspect="1"/>
          </p:cNvSpPr>
          <p:nvPr>
            <p:ph type="body" sz="quarter" idx="12" hasCustomPrompt="1"/>
          </p:nvPr>
        </p:nvSpPr>
        <p:spPr>
          <a:xfrm>
            <a:off x="10477500" y="460342"/>
            <a:ext cx="1305379" cy="200123"/>
          </a:xfrm>
          <a:prstGeom prst="rect">
            <a:avLst/>
          </a:prstGeom>
          <a:noFill/>
          <a:ln>
            <a:noFill/>
          </a:ln>
        </p:spPr>
        <p:txBody>
          <a:bodyPr lIns="0" tIns="0" rIns="0" bIns="0">
            <a:noAutofit/>
          </a:bodyPr>
          <a:lstStyle>
            <a:lvl1pPr marL="0" indent="0" algn="r">
              <a:buNone/>
              <a:defRPr sz="1400" b="0" i="0">
                <a:solidFill>
                  <a:schemeClr val="bg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date here</a:t>
            </a:r>
          </a:p>
        </p:txBody>
      </p:sp>
      <p:sp>
        <p:nvSpPr>
          <p:cNvPr id="17" name="Title 1">
            <a:extLst>
              <a:ext uri="{FF2B5EF4-FFF2-40B4-BE49-F238E27FC236}">
                <a16:creationId xmlns:a16="http://schemas.microsoft.com/office/drawing/2014/main" id="{A96E0C3B-3D96-D4AE-0635-3C5F9412160E}"/>
              </a:ext>
            </a:extLst>
          </p:cNvPr>
          <p:cNvSpPr>
            <a:spLocks noGrp="1"/>
          </p:cNvSpPr>
          <p:nvPr>
            <p:ph type="title" hasCustomPrompt="1"/>
          </p:nvPr>
        </p:nvSpPr>
        <p:spPr>
          <a:xfrm>
            <a:off x="4802909" y="2746941"/>
            <a:ext cx="6979971" cy="2350523"/>
          </a:xfrm>
          <a:prstGeom prst="rect">
            <a:avLst/>
          </a:prstGeom>
        </p:spPr>
        <p:txBody>
          <a:bodyPr lIns="0" tIns="46800" rIns="0" anchor="b">
            <a:noAutofit/>
          </a:bodyPr>
          <a:lstStyle>
            <a:lvl1pPr>
              <a:lnSpc>
                <a:spcPts val="5600"/>
              </a:lnSpc>
              <a:defRPr sz="5400"/>
            </a:lvl1pPr>
          </a:lstStyle>
          <a:p>
            <a:r>
              <a:rPr lang="en-US"/>
              <a:t>Click to add</a:t>
            </a:r>
            <a:br>
              <a:rPr lang="en-US"/>
            </a:br>
            <a:r>
              <a:rPr lang="en-US"/>
              <a:t>main title that can extend to 4 lines</a:t>
            </a:r>
          </a:p>
        </p:txBody>
      </p:sp>
      <p:sp>
        <p:nvSpPr>
          <p:cNvPr id="19" name="Text Placeholder 2">
            <a:extLst>
              <a:ext uri="{FF2B5EF4-FFF2-40B4-BE49-F238E27FC236}">
                <a16:creationId xmlns:a16="http://schemas.microsoft.com/office/drawing/2014/main" id="{ED9C8F72-FF6A-ADD2-AC88-0AC2BCE01EC7}"/>
              </a:ext>
            </a:extLst>
          </p:cNvPr>
          <p:cNvSpPr>
            <a:spLocks noGrp="1"/>
          </p:cNvSpPr>
          <p:nvPr>
            <p:ph type="body" idx="1" hasCustomPrompt="1"/>
          </p:nvPr>
        </p:nvSpPr>
        <p:spPr>
          <a:xfrm>
            <a:off x="4802908" y="5204246"/>
            <a:ext cx="6979971" cy="711200"/>
          </a:xfrm>
          <a:prstGeom prst="rect">
            <a:avLst/>
          </a:prstGeom>
        </p:spPr>
        <p:txBody>
          <a:bodyPr lIns="0" tIns="0" rIns="0">
            <a:noAutofit/>
          </a:bodyPr>
          <a:lstStyle>
            <a:lvl1pPr marL="0" indent="0">
              <a:lnSpc>
                <a:spcPct val="100000"/>
              </a:lnSpc>
              <a:spcBef>
                <a:spcPts val="0"/>
              </a:spcBef>
              <a:spcAft>
                <a:spcPts val="0"/>
              </a:spcAft>
              <a:buNone/>
              <a:defRPr sz="1800" b="0" i="0">
                <a:solidFill>
                  <a:schemeClr val="tx1"/>
                </a:solidFill>
                <a:latin typeface="Artifakt Element" panose="020B0503050000020004" pitchFamily="34" charset="77"/>
              </a:defRPr>
            </a:lvl1pPr>
            <a:lvl2pPr marL="457178" indent="0">
              <a:buNone/>
              <a:defRPr sz="2000">
                <a:solidFill>
                  <a:schemeClr val="tx1">
                    <a:tint val="82000"/>
                  </a:schemeClr>
                </a:solidFill>
              </a:defRPr>
            </a:lvl2pPr>
            <a:lvl3pPr marL="914354" indent="0">
              <a:buNone/>
              <a:defRPr sz="1800">
                <a:solidFill>
                  <a:schemeClr val="tx1">
                    <a:tint val="82000"/>
                  </a:schemeClr>
                </a:solidFill>
              </a:defRPr>
            </a:lvl3pPr>
            <a:lvl4pPr marL="1371532" indent="0">
              <a:buNone/>
              <a:defRPr sz="1600">
                <a:solidFill>
                  <a:schemeClr val="tx1">
                    <a:tint val="82000"/>
                  </a:schemeClr>
                </a:solidFill>
              </a:defRPr>
            </a:lvl4pPr>
            <a:lvl5pPr marL="1828709" indent="0">
              <a:buNone/>
              <a:defRPr sz="1600">
                <a:solidFill>
                  <a:schemeClr val="tx1">
                    <a:tint val="82000"/>
                  </a:schemeClr>
                </a:solidFill>
              </a:defRPr>
            </a:lvl5pPr>
            <a:lvl6pPr marL="2285886" indent="0">
              <a:buNone/>
              <a:defRPr sz="1600">
                <a:solidFill>
                  <a:schemeClr val="tx1">
                    <a:tint val="82000"/>
                  </a:schemeClr>
                </a:solidFill>
              </a:defRPr>
            </a:lvl6pPr>
            <a:lvl7pPr marL="2743062" indent="0">
              <a:buNone/>
              <a:defRPr sz="1600">
                <a:solidFill>
                  <a:schemeClr val="tx1">
                    <a:tint val="82000"/>
                  </a:schemeClr>
                </a:solidFill>
              </a:defRPr>
            </a:lvl7pPr>
            <a:lvl8pPr marL="3200240" indent="0">
              <a:buNone/>
              <a:defRPr sz="1600">
                <a:solidFill>
                  <a:schemeClr val="tx1">
                    <a:tint val="82000"/>
                  </a:schemeClr>
                </a:solidFill>
              </a:defRPr>
            </a:lvl8pPr>
            <a:lvl9pPr marL="3657418" indent="0">
              <a:buNone/>
              <a:defRPr sz="1600">
                <a:solidFill>
                  <a:schemeClr val="tx1">
                    <a:tint val="82000"/>
                  </a:schemeClr>
                </a:solidFill>
              </a:defRPr>
            </a:lvl9pPr>
          </a:lstStyle>
          <a:p>
            <a:r>
              <a:rPr lang="en-US"/>
              <a:t>Click to add subtitle</a:t>
            </a:r>
          </a:p>
        </p:txBody>
      </p:sp>
      <p:sp>
        <p:nvSpPr>
          <p:cNvPr id="3" name="Copyright Line 5">
            <a:extLst>
              <a:ext uri="{FF2B5EF4-FFF2-40B4-BE49-F238E27FC236}">
                <a16:creationId xmlns:a16="http://schemas.microsoft.com/office/drawing/2014/main" id="{E551267C-9707-6CC9-7F72-9D850D1F1609}"/>
              </a:ext>
              <a:ext uri="{C183D7F6-B498-43B3-948B-1728B52AA6E4}">
                <adec:decorative xmlns:adec="http://schemas.microsoft.com/office/drawing/2017/decorative" val="0"/>
              </a:ext>
            </a:extLst>
          </p:cNvPr>
          <p:cNvSpPr txBox="1"/>
          <p:nvPr userDrawn="1"/>
        </p:nvSpPr>
        <p:spPr>
          <a:xfrm>
            <a:off x="4802188" y="5652655"/>
            <a:ext cx="6979971" cy="262791"/>
          </a:xfrm>
          <a:prstGeom prst="rect">
            <a:avLst/>
          </a:prstGeom>
          <a:noFill/>
        </p:spPr>
        <p:txBody>
          <a:bodyPr wrap="square" lIns="0" tIns="0" rIns="0" bIns="0" rtlCol="0" anchor="b">
            <a:noAutofit/>
          </a:bodyPr>
          <a:lstStyle/>
          <a:p>
            <a:pPr>
              <a:lnSpc>
                <a:spcPct val="90000"/>
              </a:lnSpc>
              <a:spcBef>
                <a:spcPts val="300"/>
              </a:spcBef>
            </a:pPr>
            <a:r>
              <a:rPr lang="en-US" sz="800" b="0" i="0">
                <a:solidFill>
                  <a:schemeClr val="tx2"/>
                </a:solidFill>
                <a:latin typeface="Artifakt Element" panose="020B0503050000020004" pitchFamily="34" charset="77"/>
              </a:rPr>
              <a:t>© </a:t>
            </a:r>
            <a:fld id="{9AAC730D-C093-4AEA-A84A-0558CE5E66AD}" type="datetimeyyyy">
              <a:rPr lang="en-US" sz="800" b="0" i="0" smtClean="0">
                <a:solidFill>
                  <a:schemeClr val="tx2"/>
                </a:solidFill>
                <a:latin typeface="Artifakt Element" panose="020B0503050000020004" pitchFamily="34" charset="77"/>
              </a:rPr>
              <a:t>2026</a:t>
            </a:fld>
            <a:r>
              <a:rPr lang="en-US" sz="800" b="0" i="0">
                <a:solidFill>
                  <a:schemeClr val="tx2"/>
                </a:solidFill>
                <a:latin typeface="Artifakt Element" panose="020B0503050000020004" pitchFamily="34" charset="77"/>
              </a:rPr>
              <a:t> Autodesk. All rights reserved. </a:t>
            </a:r>
          </a:p>
        </p:txBody>
      </p:sp>
    </p:spTree>
    <p:extLst>
      <p:ext uri="{BB962C8B-B14F-4D97-AF65-F5344CB8AC3E}">
        <p14:creationId xmlns:p14="http://schemas.microsoft.com/office/powerpoint/2010/main" val="406323815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3 (Dark)">
    <p:bg>
      <p:bgPr>
        <a:solidFill>
          <a:schemeClr val="bg2"/>
        </a:solidFill>
        <a:effectLst/>
      </p:bgPr>
    </p:bg>
    <p:spTree>
      <p:nvGrpSpPr>
        <p:cNvPr id="1" name=""/>
        <p:cNvGrpSpPr/>
        <p:nvPr/>
      </p:nvGrpSpPr>
      <p:grpSpPr>
        <a:xfrm>
          <a:off x="0" y="0"/>
          <a:ext cx="0" cy="0"/>
          <a:chOff x="0" y="0"/>
          <a:chExt cx="0" cy="0"/>
        </a:xfrm>
      </p:grpSpPr>
      <p:sp>
        <p:nvSpPr>
          <p:cNvPr id="16" name="Rectangle: Single Corner Rounded 1">
            <a:extLst>
              <a:ext uri="{FF2B5EF4-FFF2-40B4-BE49-F238E27FC236}">
                <a16:creationId xmlns:a16="http://schemas.microsoft.com/office/drawing/2014/main" id="{B1524FB2-F065-6DA5-4FD6-699DEAE68C58}"/>
              </a:ext>
            </a:extLst>
          </p:cNvPr>
          <p:cNvSpPr/>
          <p:nvPr userDrawn="1"/>
        </p:nvSpPr>
        <p:spPr>
          <a:xfrm>
            <a:off x="0" y="1638300"/>
            <a:ext cx="12192000" cy="5219700"/>
          </a:xfrm>
          <a:prstGeom prst="round1Rect">
            <a:avLst>
              <a:gd name="adj" fmla="val 296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rtifakt Element" panose="020B0503050000020004" pitchFamily="34" charset="77"/>
            </a:endParaRPr>
          </a:p>
        </p:txBody>
      </p:sp>
      <p:sp>
        <p:nvSpPr>
          <p:cNvPr id="3" name="Rectangle 2">
            <a:extLst>
              <a:ext uri="{FF2B5EF4-FFF2-40B4-BE49-F238E27FC236}">
                <a16:creationId xmlns:a16="http://schemas.microsoft.com/office/drawing/2014/main" id="{C12D8BBF-B20D-5289-B20C-5B6B7448D192}"/>
              </a:ext>
            </a:extLst>
          </p:cNvPr>
          <p:cNvSpPr/>
          <p:nvPr userDrawn="1"/>
        </p:nvSpPr>
        <p:spPr>
          <a:xfrm>
            <a:off x="0" y="-1"/>
            <a:ext cx="12192000" cy="163406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a:latin typeface="Artifakt Element" panose="020B0503050000020004" pitchFamily="34" charset="77"/>
            </a:endParaRPr>
          </a:p>
        </p:txBody>
      </p:sp>
      <p:grpSp>
        <p:nvGrpSpPr>
          <p:cNvPr id="4" name="Graphic 2">
            <a:extLst>
              <a:ext uri="{FF2B5EF4-FFF2-40B4-BE49-F238E27FC236}">
                <a16:creationId xmlns:a16="http://schemas.microsoft.com/office/drawing/2014/main" id="{6932843A-9018-9CE5-A0B8-A054519632B2}"/>
              </a:ext>
            </a:extLst>
          </p:cNvPr>
          <p:cNvGrpSpPr>
            <a:grpSpLocks noChangeAspect="1"/>
          </p:cNvGrpSpPr>
          <p:nvPr userDrawn="1"/>
        </p:nvGrpSpPr>
        <p:grpSpPr>
          <a:xfrm>
            <a:off x="455337" y="482536"/>
            <a:ext cx="1774595" cy="182323"/>
            <a:chOff x="4616450" y="3276600"/>
            <a:chExt cx="2962049" cy="304323"/>
          </a:xfrm>
          <a:solidFill>
            <a:schemeClr val="tx1"/>
          </a:solidFill>
        </p:grpSpPr>
        <p:sp>
          <p:nvSpPr>
            <p:cNvPr id="5" name="Freeform 3">
              <a:extLst>
                <a:ext uri="{FF2B5EF4-FFF2-40B4-BE49-F238E27FC236}">
                  <a16:creationId xmlns:a16="http://schemas.microsoft.com/office/drawing/2014/main" id="{49B9AB7A-8F02-CC0D-240C-24C8CF2898FF}"/>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6" name="Freeform 4">
              <a:extLst>
                <a:ext uri="{FF2B5EF4-FFF2-40B4-BE49-F238E27FC236}">
                  <a16:creationId xmlns:a16="http://schemas.microsoft.com/office/drawing/2014/main" id="{0FB19BF9-391A-3ED2-8E2D-EAFDC0EF8DAD}"/>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7" name="Freeform 5">
              <a:extLst>
                <a:ext uri="{FF2B5EF4-FFF2-40B4-BE49-F238E27FC236}">
                  <a16:creationId xmlns:a16="http://schemas.microsoft.com/office/drawing/2014/main" id="{DAE9FD3A-3D38-BA58-4C99-EC7618D80F53}"/>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8" name="Freeform 6">
              <a:extLst>
                <a:ext uri="{FF2B5EF4-FFF2-40B4-BE49-F238E27FC236}">
                  <a16:creationId xmlns:a16="http://schemas.microsoft.com/office/drawing/2014/main" id="{F0B3D8BB-32BA-0DE7-C626-3D17AA92B740}"/>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9" name="Freeform 7">
              <a:extLst>
                <a:ext uri="{FF2B5EF4-FFF2-40B4-BE49-F238E27FC236}">
                  <a16:creationId xmlns:a16="http://schemas.microsoft.com/office/drawing/2014/main" id="{3BF607E7-D612-9F29-5E54-1F589279A697}"/>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0" name="Freeform 8">
              <a:extLst>
                <a:ext uri="{FF2B5EF4-FFF2-40B4-BE49-F238E27FC236}">
                  <a16:creationId xmlns:a16="http://schemas.microsoft.com/office/drawing/2014/main" id="{61811EC8-C54F-BF84-BF00-D1E574FB69A6}"/>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1" name="Freeform 9">
              <a:extLst>
                <a:ext uri="{FF2B5EF4-FFF2-40B4-BE49-F238E27FC236}">
                  <a16:creationId xmlns:a16="http://schemas.microsoft.com/office/drawing/2014/main" id="{41D20E51-34FB-F267-052C-15CBBE1C3F45}"/>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2" name="Freeform 10">
              <a:extLst>
                <a:ext uri="{FF2B5EF4-FFF2-40B4-BE49-F238E27FC236}">
                  <a16:creationId xmlns:a16="http://schemas.microsoft.com/office/drawing/2014/main" id="{6314F7F2-87E6-2CD7-3730-9DFE9ECF3CD6}"/>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3" name="Freeform 11">
              <a:extLst>
                <a:ext uri="{FF2B5EF4-FFF2-40B4-BE49-F238E27FC236}">
                  <a16:creationId xmlns:a16="http://schemas.microsoft.com/office/drawing/2014/main" id="{B022E633-BAA0-A9D1-D629-594814DA6984}"/>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17" name="Text Placeholder 26">
            <a:extLst>
              <a:ext uri="{FF2B5EF4-FFF2-40B4-BE49-F238E27FC236}">
                <a16:creationId xmlns:a16="http://schemas.microsoft.com/office/drawing/2014/main" id="{6E037DD4-1D90-95F9-C061-800B7C03024C}"/>
              </a:ext>
            </a:extLst>
          </p:cNvPr>
          <p:cNvSpPr>
            <a:spLocks noGrp="1" noChangeAspect="1"/>
          </p:cNvSpPr>
          <p:nvPr>
            <p:ph type="body" sz="quarter" idx="11" hasCustomPrompt="1"/>
          </p:nvPr>
        </p:nvSpPr>
        <p:spPr>
          <a:xfrm>
            <a:off x="4802908" y="460342"/>
            <a:ext cx="3084947" cy="646331"/>
          </a:xfrm>
          <a:prstGeom prst="rect">
            <a:avLst/>
          </a:prstGeom>
          <a:noFill/>
          <a:ln>
            <a:noFill/>
          </a:ln>
        </p:spPr>
        <p:txBody>
          <a:bodyPr wrap="square" lIns="0" tIns="0" rIns="0" bIns="0">
            <a:spAutoFit/>
          </a:bodyPr>
          <a:lstStyle>
            <a:lvl1pPr marL="0" marR="0" indent="0" algn="l" defTabSz="914354" rtl="0" eaLnBrk="1" fontAlgn="auto" latinLnBrk="0" hangingPunct="1">
              <a:lnSpc>
                <a:spcPct val="100000"/>
              </a:lnSpc>
              <a:spcBef>
                <a:spcPts val="0"/>
              </a:spcBef>
              <a:spcAft>
                <a:spcPts val="0"/>
              </a:spcAft>
              <a:buClr>
                <a:schemeClr val="tx1"/>
              </a:buClr>
              <a:buSzPct val="100000"/>
              <a:buFont typeface="Wingdings 2" panose="05020102010507070707" pitchFamily="18" charset="2"/>
              <a:buNone/>
              <a:tabLst/>
              <a:defRPr sz="1400" b="0" i="0">
                <a:solidFill>
                  <a:schemeClr val="tx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name here, title here​</a:t>
            </a:r>
          </a:p>
          <a:p>
            <a:r>
              <a:rPr lang="en-US"/>
              <a:t>Add name here, title here​</a:t>
            </a:r>
          </a:p>
          <a:p>
            <a:r>
              <a:rPr lang="en-US"/>
              <a:t>Add name here, title here​</a:t>
            </a:r>
          </a:p>
        </p:txBody>
      </p:sp>
      <p:sp>
        <p:nvSpPr>
          <p:cNvPr id="19" name="Text Placeholder 26">
            <a:extLst>
              <a:ext uri="{FF2B5EF4-FFF2-40B4-BE49-F238E27FC236}">
                <a16:creationId xmlns:a16="http://schemas.microsoft.com/office/drawing/2014/main" id="{362B19AE-1CF8-9A01-DE3C-D5A3D3EB346D}"/>
              </a:ext>
            </a:extLst>
          </p:cNvPr>
          <p:cNvSpPr>
            <a:spLocks noGrp="1" noChangeAspect="1"/>
          </p:cNvSpPr>
          <p:nvPr>
            <p:ph type="body" sz="quarter" idx="12" hasCustomPrompt="1"/>
          </p:nvPr>
        </p:nvSpPr>
        <p:spPr>
          <a:xfrm>
            <a:off x="10477500" y="460342"/>
            <a:ext cx="1305379" cy="200123"/>
          </a:xfrm>
          <a:prstGeom prst="rect">
            <a:avLst/>
          </a:prstGeom>
          <a:noFill/>
          <a:ln>
            <a:noFill/>
          </a:ln>
        </p:spPr>
        <p:txBody>
          <a:bodyPr lIns="0" tIns="0" rIns="0" bIns="0">
            <a:noAutofit/>
          </a:bodyPr>
          <a:lstStyle>
            <a:lvl1pPr marL="0" indent="0" algn="r">
              <a:buNone/>
              <a:defRPr sz="1400" b="0" i="0">
                <a:solidFill>
                  <a:schemeClr val="tx1"/>
                </a:solidFill>
                <a:latin typeface="Artifakt Element" panose="020B0503050000020004" pitchFamily="34" charset="77"/>
              </a:defRPr>
            </a:lvl1pPr>
            <a:lvl2pPr>
              <a:defRPr sz="800">
                <a:solidFill>
                  <a:schemeClr val="bg1"/>
                </a:solidFill>
              </a:defRPr>
            </a:lvl2pPr>
            <a:lvl3pPr>
              <a:defRPr sz="800">
                <a:solidFill>
                  <a:schemeClr val="bg1"/>
                </a:solidFill>
              </a:defRPr>
            </a:lvl3pPr>
            <a:lvl4pPr>
              <a:defRPr sz="800">
                <a:solidFill>
                  <a:schemeClr val="bg1"/>
                </a:solidFill>
              </a:defRPr>
            </a:lvl4pPr>
            <a:lvl5pPr>
              <a:defRPr sz="800">
                <a:solidFill>
                  <a:schemeClr val="bg1"/>
                </a:solidFill>
              </a:defRPr>
            </a:lvl5pPr>
          </a:lstStyle>
          <a:p>
            <a:r>
              <a:rPr lang="en-US"/>
              <a:t>Add date here</a:t>
            </a:r>
          </a:p>
        </p:txBody>
      </p:sp>
      <p:sp>
        <p:nvSpPr>
          <p:cNvPr id="20" name="Title 1">
            <a:extLst>
              <a:ext uri="{FF2B5EF4-FFF2-40B4-BE49-F238E27FC236}">
                <a16:creationId xmlns:a16="http://schemas.microsoft.com/office/drawing/2014/main" id="{532F903A-6019-A472-15D2-01DD204995FD}"/>
              </a:ext>
            </a:extLst>
          </p:cNvPr>
          <p:cNvSpPr>
            <a:spLocks noGrp="1"/>
          </p:cNvSpPr>
          <p:nvPr>
            <p:ph type="title" hasCustomPrompt="1"/>
          </p:nvPr>
        </p:nvSpPr>
        <p:spPr>
          <a:xfrm>
            <a:off x="4802909" y="2746941"/>
            <a:ext cx="6979971" cy="2350523"/>
          </a:xfrm>
          <a:prstGeom prst="rect">
            <a:avLst/>
          </a:prstGeom>
        </p:spPr>
        <p:txBody>
          <a:bodyPr lIns="0" tIns="46800" rIns="0" anchor="b">
            <a:noAutofit/>
          </a:bodyPr>
          <a:lstStyle>
            <a:lvl1pPr>
              <a:lnSpc>
                <a:spcPts val="5600"/>
              </a:lnSpc>
              <a:defRPr sz="5400">
                <a:solidFill>
                  <a:schemeClr val="bg1"/>
                </a:solidFill>
              </a:defRPr>
            </a:lvl1pPr>
          </a:lstStyle>
          <a:p>
            <a:r>
              <a:rPr lang="en-US"/>
              <a:t>Click to add</a:t>
            </a:r>
            <a:br>
              <a:rPr lang="en-US"/>
            </a:br>
            <a:r>
              <a:rPr lang="en-US"/>
              <a:t>main title that can extend to 4 lines</a:t>
            </a:r>
          </a:p>
        </p:txBody>
      </p:sp>
      <p:sp>
        <p:nvSpPr>
          <p:cNvPr id="21" name="Text Placeholder 2">
            <a:extLst>
              <a:ext uri="{FF2B5EF4-FFF2-40B4-BE49-F238E27FC236}">
                <a16:creationId xmlns:a16="http://schemas.microsoft.com/office/drawing/2014/main" id="{6E8CF1BA-AD47-5A3B-6882-D10A90271887}"/>
              </a:ext>
            </a:extLst>
          </p:cNvPr>
          <p:cNvSpPr>
            <a:spLocks noGrp="1"/>
          </p:cNvSpPr>
          <p:nvPr>
            <p:ph type="body" idx="1" hasCustomPrompt="1"/>
          </p:nvPr>
        </p:nvSpPr>
        <p:spPr>
          <a:xfrm>
            <a:off x="4802908" y="5204246"/>
            <a:ext cx="6979971" cy="711200"/>
          </a:xfrm>
          <a:prstGeom prst="rect">
            <a:avLst/>
          </a:prstGeom>
        </p:spPr>
        <p:txBody>
          <a:bodyPr lIns="0" tIns="0" rIns="0">
            <a:noAutofit/>
          </a:bodyPr>
          <a:lstStyle>
            <a:lvl1pPr marL="0" indent="0">
              <a:lnSpc>
                <a:spcPct val="100000"/>
              </a:lnSpc>
              <a:spcBef>
                <a:spcPts val="0"/>
              </a:spcBef>
              <a:spcAft>
                <a:spcPts val="0"/>
              </a:spcAft>
              <a:buNone/>
              <a:defRPr sz="1800" b="0" i="0">
                <a:solidFill>
                  <a:schemeClr val="bg1"/>
                </a:solidFill>
                <a:latin typeface="Artifakt Element" panose="020B0503050000020004" pitchFamily="34" charset="77"/>
              </a:defRPr>
            </a:lvl1pPr>
            <a:lvl2pPr marL="457178" indent="0">
              <a:buNone/>
              <a:defRPr sz="2000">
                <a:solidFill>
                  <a:schemeClr val="tx1">
                    <a:tint val="82000"/>
                  </a:schemeClr>
                </a:solidFill>
              </a:defRPr>
            </a:lvl2pPr>
            <a:lvl3pPr marL="914354" indent="0">
              <a:buNone/>
              <a:defRPr sz="1800">
                <a:solidFill>
                  <a:schemeClr val="tx1">
                    <a:tint val="82000"/>
                  </a:schemeClr>
                </a:solidFill>
              </a:defRPr>
            </a:lvl3pPr>
            <a:lvl4pPr marL="1371532" indent="0">
              <a:buNone/>
              <a:defRPr sz="1600">
                <a:solidFill>
                  <a:schemeClr val="tx1">
                    <a:tint val="82000"/>
                  </a:schemeClr>
                </a:solidFill>
              </a:defRPr>
            </a:lvl4pPr>
            <a:lvl5pPr marL="1828709" indent="0">
              <a:buNone/>
              <a:defRPr sz="1600">
                <a:solidFill>
                  <a:schemeClr val="tx1">
                    <a:tint val="82000"/>
                  </a:schemeClr>
                </a:solidFill>
              </a:defRPr>
            </a:lvl5pPr>
            <a:lvl6pPr marL="2285886" indent="0">
              <a:buNone/>
              <a:defRPr sz="1600">
                <a:solidFill>
                  <a:schemeClr val="tx1">
                    <a:tint val="82000"/>
                  </a:schemeClr>
                </a:solidFill>
              </a:defRPr>
            </a:lvl6pPr>
            <a:lvl7pPr marL="2743062" indent="0">
              <a:buNone/>
              <a:defRPr sz="1600">
                <a:solidFill>
                  <a:schemeClr val="tx1">
                    <a:tint val="82000"/>
                  </a:schemeClr>
                </a:solidFill>
              </a:defRPr>
            </a:lvl7pPr>
            <a:lvl8pPr marL="3200240" indent="0">
              <a:buNone/>
              <a:defRPr sz="1600">
                <a:solidFill>
                  <a:schemeClr val="tx1">
                    <a:tint val="82000"/>
                  </a:schemeClr>
                </a:solidFill>
              </a:defRPr>
            </a:lvl8pPr>
            <a:lvl9pPr marL="3657418" indent="0">
              <a:buNone/>
              <a:defRPr sz="1600">
                <a:solidFill>
                  <a:schemeClr val="tx1">
                    <a:tint val="82000"/>
                  </a:schemeClr>
                </a:solidFill>
              </a:defRPr>
            </a:lvl9pPr>
          </a:lstStyle>
          <a:p>
            <a:r>
              <a:rPr lang="en-US"/>
              <a:t>Click to add subtitle</a:t>
            </a:r>
          </a:p>
        </p:txBody>
      </p:sp>
      <p:sp>
        <p:nvSpPr>
          <p:cNvPr id="14" name="Copyright Line 5">
            <a:extLst>
              <a:ext uri="{FF2B5EF4-FFF2-40B4-BE49-F238E27FC236}">
                <a16:creationId xmlns:a16="http://schemas.microsoft.com/office/drawing/2014/main" id="{CB44CC25-3091-170E-D605-3CDDCB4E8F81}"/>
              </a:ext>
              <a:ext uri="{C183D7F6-B498-43B3-948B-1728B52AA6E4}">
                <adec:decorative xmlns:adec="http://schemas.microsoft.com/office/drawing/2017/decorative" val="0"/>
              </a:ext>
            </a:extLst>
          </p:cNvPr>
          <p:cNvSpPr txBox="1"/>
          <p:nvPr userDrawn="1"/>
        </p:nvSpPr>
        <p:spPr>
          <a:xfrm>
            <a:off x="4802188" y="5652655"/>
            <a:ext cx="6979971" cy="262791"/>
          </a:xfrm>
          <a:prstGeom prst="rect">
            <a:avLst/>
          </a:prstGeom>
          <a:noFill/>
        </p:spPr>
        <p:txBody>
          <a:bodyPr wrap="square" lIns="0" tIns="0" rIns="0" bIns="0" rtlCol="0" anchor="b">
            <a:noAutofit/>
          </a:bodyPr>
          <a:lstStyle/>
          <a:p>
            <a:pPr>
              <a:lnSpc>
                <a:spcPct val="90000"/>
              </a:lnSpc>
              <a:spcBef>
                <a:spcPts val="300"/>
              </a:spcBef>
            </a:pPr>
            <a:r>
              <a:rPr lang="en-US" sz="800" b="0" i="0">
                <a:solidFill>
                  <a:schemeClr val="accent6"/>
                </a:solidFill>
                <a:latin typeface="Artifakt Element" panose="020B0503050000020004" pitchFamily="34" charset="77"/>
              </a:rPr>
              <a:t>© </a:t>
            </a:r>
            <a:fld id="{9AAC730D-C093-4AEA-A84A-0558CE5E66AD}" type="datetimeyyyy">
              <a:rPr lang="en-US" sz="800" b="0" i="0" smtClean="0">
                <a:solidFill>
                  <a:schemeClr val="accent6"/>
                </a:solidFill>
                <a:latin typeface="Artifakt Element" panose="020B0503050000020004" pitchFamily="34" charset="77"/>
              </a:rPr>
              <a:t>2026</a:t>
            </a:fld>
            <a:r>
              <a:rPr lang="en-US" sz="800" b="0" i="0">
                <a:solidFill>
                  <a:schemeClr val="accent6"/>
                </a:solidFill>
                <a:latin typeface="Artifakt Element" panose="020B0503050000020004" pitchFamily="34" charset="77"/>
              </a:rPr>
              <a:t> Autodesk. All rights reserved. </a:t>
            </a:r>
          </a:p>
        </p:txBody>
      </p:sp>
    </p:spTree>
    <p:extLst>
      <p:ext uri="{BB962C8B-B14F-4D97-AF65-F5344CB8AC3E}">
        <p14:creationId xmlns:p14="http://schemas.microsoft.com/office/powerpoint/2010/main" val="405566841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1 (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E0E0D6F4-C09D-8C00-4C35-A35F2B9F6F09}"/>
              </a:ext>
            </a:extLst>
          </p:cNvPr>
          <p:cNvSpPr>
            <a:spLocks/>
          </p:cNvSpPr>
          <p:nvPr userDrawn="1"/>
        </p:nvSpPr>
        <p:spPr>
          <a:xfrm>
            <a:off x="442911" y="441325"/>
            <a:ext cx="5322886" cy="4702173"/>
          </a:xfrm>
          <a:custGeom>
            <a:avLst/>
            <a:gdLst>
              <a:gd name="connsiteX0" fmla="*/ 4826897 w 5322886"/>
              <a:gd name="connsiteY0" fmla="*/ 316002 h 4702173"/>
              <a:gd name="connsiteX1" fmla="*/ 4564050 w 5322886"/>
              <a:gd name="connsiteY1" fmla="*/ 479024 h 4702173"/>
              <a:gd name="connsiteX2" fmla="*/ 4564050 w 5322886"/>
              <a:gd name="connsiteY2" fmla="*/ 609984 h 4702173"/>
              <a:gd name="connsiteX3" fmla="*/ 4566348 w 5322886"/>
              <a:gd name="connsiteY3" fmla="*/ 609984 h 4702173"/>
              <a:gd name="connsiteX4" fmla="*/ 4829860 w 5322886"/>
              <a:gd name="connsiteY4" fmla="*/ 446243 h 4702173"/>
              <a:gd name="connsiteX5" fmla="*/ 4966545 w 5322886"/>
              <a:gd name="connsiteY5" fmla="*/ 446243 h 4702173"/>
              <a:gd name="connsiteX6" fmla="*/ 4974548 w 5322886"/>
              <a:gd name="connsiteY6" fmla="*/ 454237 h 4702173"/>
              <a:gd name="connsiteX7" fmla="*/ 4970754 w 5322886"/>
              <a:gd name="connsiteY7" fmla="*/ 460960 h 4702173"/>
              <a:gd name="connsiteX8" fmla="*/ 4841324 w 5322886"/>
              <a:gd name="connsiteY8" fmla="*/ 538445 h 4702173"/>
              <a:gd name="connsiteX9" fmla="*/ 4829970 w 5322886"/>
              <a:gd name="connsiteY9" fmla="*/ 561130 h 4702173"/>
              <a:gd name="connsiteX10" fmla="*/ 4829832 w 5322886"/>
              <a:gd name="connsiteY10" fmla="*/ 609984 h 4702173"/>
              <a:gd name="connsiteX11" fmla="*/ 4994292 w 5322886"/>
              <a:gd name="connsiteY11" fmla="*/ 609984 h 4702173"/>
              <a:gd name="connsiteX12" fmla="*/ 4994292 w 5322886"/>
              <a:gd name="connsiteY12" fmla="*/ 326072 h 4702173"/>
              <a:gd name="connsiteX13" fmla="*/ 4983769 w 5322886"/>
              <a:gd name="connsiteY13" fmla="*/ 316002 h 4702173"/>
              <a:gd name="connsiteX14" fmla="*/ 168559 w 5322886"/>
              <a:gd name="connsiteY14" fmla="*/ 0 h 4702173"/>
              <a:gd name="connsiteX15" fmla="*/ 5148201 w 5322886"/>
              <a:gd name="connsiteY15" fmla="*/ 0 h 4702173"/>
              <a:gd name="connsiteX16" fmla="*/ 5316758 w 5322886"/>
              <a:gd name="connsiteY16" fmla="*/ 168389 h 4702173"/>
              <a:gd name="connsiteX17" fmla="*/ 5316758 w 5322886"/>
              <a:gd name="connsiteY17" fmla="*/ 2792940 h 4702173"/>
              <a:gd name="connsiteX18" fmla="*/ 5322886 w 5322886"/>
              <a:gd name="connsiteY18" fmla="*/ 2792940 h 4702173"/>
              <a:gd name="connsiteX19" fmla="*/ 5322886 w 5322886"/>
              <a:gd name="connsiteY19" fmla="*/ 4561768 h 4702173"/>
              <a:gd name="connsiteX20" fmla="*/ 5182481 w 5322886"/>
              <a:gd name="connsiteY20" fmla="*/ 4702173 h 4702173"/>
              <a:gd name="connsiteX21" fmla="*/ 140405 w 5322886"/>
              <a:gd name="connsiteY21" fmla="*/ 4702173 h 4702173"/>
              <a:gd name="connsiteX22" fmla="*/ 0 w 5322886"/>
              <a:gd name="connsiteY22" fmla="*/ 4561768 h 4702173"/>
              <a:gd name="connsiteX23" fmla="*/ 0 w 5322886"/>
              <a:gd name="connsiteY23" fmla="*/ 2792940 h 4702173"/>
              <a:gd name="connsiteX24" fmla="*/ 1 w 5322886"/>
              <a:gd name="connsiteY24" fmla="*/ 2792940 h 4702173"/>
              <a:gd name="connsiteX25" fmla="*/ 1 w 5322886"/>
              <a:gd name="connsiteY25" fmla="*/ 168389 h 4702173"/>
              <a:gd name="connsiteX26" fmla="*/ 168559 w 5322886"/>
              <a:gd name="connsiteY26" fmla="*/ 0 h 470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22886" h="4702173">
                <a:moveTo>
                  <a:pt x="4826897" y="316002"/>
                </a:moveTo>
                <a:lnTo>
                  <a:pt x="4564050" y="479024"/>
                </a:lnTo>
                <a:lnTo>
                  <a:pt x="4564050" y="609984"/>
                </a:lnTo>
                <a:lnTo>
                  <a:pt x="4566348" y="609984"/>
                </a:lnTo>
                <a:lnTo>
                  <a:pt x="4829860" y="446243"/>
                </a:lnTo>
                <a:lnTo>
                  <a:pt x="4966545" y="446243"/>
                </a:lnTo>
                <a:cubicBezTo>
                  <a:pt x="4970754" y="446243"/>
                  <a:pt x="4974548" y="449618"/>
                  <a:pt x="4974548" y="454237"/>
                </a:cubicBezTo>
                <a:cubicBezTo>
                  <a:pt x="4974548" y="458027"/>
                  <a:pt x="4972859" y="459687"/>
                  <a:pt x="4970754" y="460960"/>
                </a:cubicBezTo>
                <a:lnTo>
                  <a:pt x="4841324" y="538445"/>
                </a:lnTo>
                <a:cubicBezTo>
                  <a:pt x="4832906" y="543481"/>
                  <a:pt x="4829970" y="553577"/>
                  <a:pt x="4829970" y="561130"/>
                </a:cubicBezTo>
                <a:lnTo>
                  <a:pt x="4829832" y="609984"/>
                </a:lnTo>
                <a:lnTo>
                  <a:pt x="4994292" y="609984"/>
                </a:lnTo>
                <a:lnTo>
                  <a:pt x="4994292" y="326072"/>
                </a:lnTo>
                <a:cubicBezTo>
                  <a:pt x="4994292" y="320622"/>
                  <a:pt x="4990083" y="316002"/>
                  <a:pt x="4983769" y="316002"/>
                </a:cubicBezTo>
                <a:close/>
                <a:moveTo>
                  <a:pt x="168559" y="0"/>
                </a:moveTo>
                <a:lnTo>
                  <a:pt x="5148201" y="0"/>
                </a:lnTo>
                <a:cubicBezTo>
                  <a:pt x="5241299" y="0"/>
                  <a:pt x="5316758" y="75383"/>
                  <a:pt x="5316758" y="168389"/>
                </a:cubicBezTo>
                <a:lnTo>
                  <a:pt x="5316758" y="2792940"/>
                </a:lnTo>
                <a:lnTo>
                  <a:pt x="5322886" y="2792940"/>
                </a:lnTo>
                <a:lnTo>
                  <a:pt x="5322886" y="4561768"/>
                </a:lnTo>
                <a:cubicBezTo>
                  <a:pt x="5322886" y="4639312"/>
                  <a:pt x="5260025" y="4702173"/>
                  <a:pt x="5182481" y="4702173"/>
                </a:cubicBezTo>
                <a:lnTo>
                  <a:pt x="140405" y="4702173"/>
                </a:lnTo>
                <a:cubicBezTo>
                  <a:pt x="62861" y="4702173"/>
                  <a:pt x="0" y="4639312"/>
                  <a:pt x="0" y="4561768"/>
                </a:cubicBezTo>
                <a:lnTo>
                  <a:pt x="0" y="2792940"/>
                </a:lnTo>
                <a:lnTo>
                  <a:pt x="1" y="2792940"/>
                </a:lnTo>
                <a:lnTo>
                  <a:pt x="1" y="168389"/>
                </a:lnTo>
                <a:cubicBezTo>
                  <a:pt x="1" y="75383"/>
                  <a:pt x="75460" y="0"/>
                  <a:pt x="168559" y="0"/>
                </a:cubicBezTo>
                <a:close/>
              </a:path>
            </a:pathLst>
          </a:custGeom>
          <a:solidFill>
            <a:schemeClr val="tx1"/>
          </a:solidFill>
          <a:ln w="4048" cap="flat">
            <a:noFill/>
            <a:prstDash val="solid"/>
            <a:miter/>
          </a:ln>
        </p:spPr>
        <p:txBody>
          <a:bodyPr wrap="square" rtlCol="0" anchor="ctr">
            <a:noAutofit/>
          </a:bodyPr>
          <a:lstStyle/>
          <a:p>
            <a:endParaRPr lang="en-US" b="0" i="0">
              <a:latin typeface="Artifakt Element" panose="020B0503050000020004" pitchFamily="34" charset="77"/>
            </a:endParaRPr>
          </a:p>
        </p:txBody>
      </p:sp>
      <p:sp>
        <p:nvSpPr>
          <p:cNvPr id="20" name="Text Placeholder 19">
            <a:extLst>
              <a:ext uri="{FF2B5EF4-FFF2-40B4-BE49-F238E27FC236}">
                <a16:creationId xmlns:a16="http://schemas.microsoft.com/office/drawing/2014/main" id="{B80B967D-7847-5936-0046-4E535372A15D}"/>
              </a:ext>
            </a:extLst>
          </p:cNvPr>
          <p:cNvSpPr>
            <a:spLocks noGrp="1"/>
          </p:cNvSpPr>
          <p:nvPr>
            <p:ph type="body" sz="quarter" idx="11" hasCustomPrompt="1"/>
          </p:nvPr>
        </p:nvSpPr>
        <p:spPr>
          <a:xfrm>
            <a:off x="770032" y="767297"/>
            <a:ext cx="3724275" cy="1163103"/>
          </a:xfrm>
          <a:prstGeom prst="rect">
            <a:avLst/>
          </a:prstGeom>
        </p:spPr>
        <p:txBody>
          <a:bodyPr lIns="0" tIns="0" rIns="0" bIns="0" anchor="t" anchorCtr="0">
            <a:noAutofit/>
          </a:bodyPr>
          <a:lstStyle>
            <a:lvl1pPr marL="0" indent="0">
              <a:lnSpc>
                <a:spcPts val="4400"/>
              </a:lnSpc>
              <a:spcBef>
                <a:spcPts val="0"/>
              </a:spcBef>
              <a:spcAft>
                <a:spcPts val="0"/>
              </a:spcAft>
              <a:buNone/>
              <a:defRPr sz="4400" b="1" i="0">
                <a:solidFill>
                  <a:schemeClr val="bg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a:t>Click to add divider title</a:t>
            </a:r>
          </a:p>
        </p:txBody>
      </p:sp>
      <p:sp>
        <p:nvSpPr>
          <p:cNvPr id="22" name="Text Placeholder 21">
            <a:extLst>
              <a:ext uri="{FF2B5EF4-FFF2-40B4-BE49-F238E27FC236}">
                <a16:creationId xmlns:a16="http://schemas.microsoft.com/office/drawing/2014/main" id="{E25D9A52-CBE9-1C13-D6C9-0E4E9F67CBDD}"/>
              </a:ext>
            </a:extLst>
          </p:cNvPr>
          <p:cNvSpPr>
            <a:spLocks noGrp="1"/>
          </p:cNvSpPr>
          <p:nvPr>
            <p:ph type="body" sz="quarter" idx="12" hasCustomPrompt="1"/>
          </p:nvPr>
        </p:nvSpPr>
        <p:spPr>
          <a:xfrm>
            <a:off x="770413" y="1989200"/>
            <a:ext cx="3724275" cy="585788"/>
          </a:xfrm>
          <a:prstGeom prst="rect">
            <a:avLst/>
          </a:prstGeom>
        </p:spPr>
        <p:txBody>
          <a:bodyPr lIns="0" tIns="0" rIns="0" bIns="0">
            <a:noAutofit/>
          </a:bodyPr>
          <a:lstStyle>
            <a:lvl1pPr marL="0" indent="0">
              <a:lnSpc>
                <a:spcPct val="90000"/>
              </a:lnSpc>
              <a:spcBef>
                <a:spcPts val="0"/>
              </a:spcBef>
              <a:spcAft>
                <a:spcPts val="0"/>
              </a:spcAft>
              <a:buNone/>
              <a:defRPr sz="1600" b="0" i="0">
                <a:solidFill>
                  <a:schemeClr val="bg1"/>
                </a:solidFill>
                <a:latin typeface="Artifakt Element" panose="020B0503050000020004" pitchFamily="34" charset="77"/>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r>
              <a:rPr lang="en-US"/>
              <a:t>Click to add subtitle</a:t>
            </a:r>
          </a:p>
        </p:txBody>
      </p:sp>
      <p:grpSp>
        <p:nvGrpSpPr>
          <p:cNvPr id="17" name="logo">
            <a:extLst>
              <a:ext uri="{FF2B5EF4-FFF2-40B4-BE49-F238E27FC236}">
                <a16:creationId xmlns:a16="http://schemas.microsoft.com/office/drawing/2014/main" id="{2EDDA485-5B7D-EF32-22F9-3517FC3AA590}"/>
              </a:ext>
            </a:extLst>
          </p:cNvPr>
          <p:cNvGrpSpPr>
            <a:grpSpLocks/>
          </p:cNvGrpSpPr>
          <p:nvPr userDrawn="1"/>
        </p:nvGrpSpPr>
        <p:grpSpPr>
          <a:xfrm>
            <a:off x="795500" y="4685247"/>
            <a:ext cx="1378530" cy="141631"/>
            <a:chOff x="4616450" y="3276600"/>
            <a:chExt cx="2962049" cy="304323"/>
          </a:xfrm>
          <a:solidFill>
            <a:schemeClr val="bg1"/>
          </a:solidFill>
        </p:grpSpPr>
        <p:sp>
          <p:nvSpPr>
            <p:cNvPr id="18" name="Freeform 4">
              <a:extLst>
                <a:ext uri="{FF2B5EF4-FFF2-40B4-BE49-F238E27FC236}">
                  <a16:creationId xmlns:a16="http://schemas.microsoft.com/office/drawing/2014/main" id="{99E1331F-C7C5-D487-E68E-26FC08A4BA66}"/>
                </a:ext>
              </a:extLst>
            </p:cNvPr>
            <p:cNvSpPr>
              <a:spLocks/>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9" name="Freeform 6">
              <a:extLst>
                <a:ext uri="{FF2B5EF4-FFF2-40B4-BE49-F238E27FC236}">
                  <a16:creationId xmlns:a16="http://schemas.microsoft.com/office/drawing/2014/main" id="{10F9AC9B-373D-B93B-FE92-4723C6F9E5B0}"/>
                </a:ext>
              </a:extLst>
            </p:cNvPr>
            <p:cNvSpPr>
              <a:spLocks/>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1" name="Freeform 7">
              <a:extLst>
                <a:ext uri="{FF2B5EF4-FFF2-40B4-BE49-F238E27FC236}">
                  <a16:creationId xmlns:a16="http://schemas.microsoft.com/office/drawing/2014/main" id="{C274D299-9D4A-4E8F-FE91-37B3B6DF31B1}"/>
                </a:ext>
              </a:extLst>
            </p:cNvPr>
            <p:cNvSpPr>
              <a:spLocks/>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4" name="Freeform 9">
              <a:extLst>
                <a:ext uri="{FF2B5EF4-FFF2-40B4-BE49-F238E27FC236}">
                  <a16:creationId xmlns:a16="http://schemas.microsoft.com/office/drawing/2014/main" id="{2EA09436-EFE6-85C8-4719-16702BF97603}"/>
                </a:ext>
              </a:extLst>
            </p:cNvPr>
            <p:cNvSpPr>
              <a:spLocks/>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5" name="Freeform 10">
              <a:extLst>
                <a:ext uri="{FF2B5EF4-FFF2-40B4-BE49-F238E27FC236}">
                  <a16:creationId xmlns:a16="http://schemas.microsoft.com/office/drawing/2014/main" id="{F7DD9220-A25C-596E-6534-3EEC4A3B836B}"/>
                </a:ext>
              </a:extLst>
            </p:cNvPr>
            <p:cNvSpPr>
              <a:spLocks/>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6" name="Freeform 11">
              <a:extLst>
                <a:ext uri="{FF2B5EF4-FFF2-40B4-BE49-F238E27FC236}">
                  <a16:creationId xmlns:a16="http://schemas.microsoft.com/office/drawing/2014/main" id="{C4A9D19A-AFBB-BD86-39ED-A914B22DF7F1}"/>
                </a:ext>
              </a:extLst>
            </p:cNvPr>
            <p:cNvSpPr>
              <a:spLocks/>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7" name="Freeform 12">
              <a:extLst>
                <a:ext uri="{FF2B5EF4-FFF2-40B4-BE49-F238E27FC236}">
                  <a16:creationId xmlns:a16="http://schemas.microsoft.com/office/drawing/2014/main" id="{CB8B1ED7-53BA-FBF2-850B-D0EDB3CC648F}"/>
                </a:ext>
              </a:extLst>
            </p:cNvPr>
            <p:cNvSpPr>
              <a:spLocks/>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8" name="Freeform 13">
              <a:extLst>
                <a:ext uri="{FF2B5EF4-FFF2-40B4-BE49-F238E27FC236}">
                  <a16:creationId xmlns:a16="http://schemas.microsoft.com/office/drawing/2014/main" id="{B60E6CD9-CFAE-EB34-CDD3-95DBFBE3E60C}"/>
                </a:ext>
              </a:extLst>
            </p:cNvPr>
            <p:cNvSpPr>
              <a:spLocks/>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29" name="Freeform 14">
              <a:extLst>
                <a:ext uri="{FF2B5EF4-FFF2-40B4-BE49-F238E27FC236}">
                  <a16:creationId xmlns:a16="http://schemas.microsoft.com/office/drawing/2014/main" id="{E9AB3996-DAF4-6603-E374-D3444098BF32}"/>
                </a:ext>
              </a:extLst>
            </p:cNvPr>
            <p:cNvSpPr>
              <a:spLocks/>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2" name="Text Placeholder 35">
            <a:extLst>
              <a:ext uri="{FF2B5EF4-FFF2-40B4-BE49-F238E27FC236}">
                <a16:creationId xmlns:a16="http://schemas.microsoft.com/office/drawing/2014/main" id="{DC1C54E7-610E-C8F1-BCFB-73F3C5E5BA5A}"/>
              </a:ext>
            </a:extLst>
          </p:cNvPr>
          <p:cNvSpPr>
            <a:spLocks noGrp="1"/>
          </p:cNvSpPr>
          <p:nvPr>
            <p:ph type="body" sz="quarter" idx="30" hasCustomPrompt="1"/>
          </p:nvPr>
        </p:nvSpPr>
        <p:spPr>
          <a:xfrm>
            <a:off x="448926" y="6502400"/>
            <a:ext cx="5198150" cy="136208"/>
          </a:xfrm>
          <a:prstGeom prst="rect">
            <a:avLst/>
          </a:prstGeom>
        </p:spPr>
        <p:txBody>
          <a:bodyPr lIns="0" tIns="0" rIns="0" bIns="0" anchor="b">
            <a:noAutofit/>
          </a:bodyPr>
          <a:lstStyle>
            <a:lvl1pPr marL="0" indent="0">
              <a:lnSpc>
                <a:spcPct val="90000"/>
              </a:lnSpc>
              <a:spcBef>
                <a:spcPts val="0"/>
              </a:spcBef>
              <a:spcAft>
                <a:spcPts val="0"/>
              </a:spcAft>
              <a:buNone/>
              <a:defRPr sz="600" b="0" i="0">
                <a:solidFill>
                  <a:schemeClr val="tx2"/>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129683837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1 (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CB6BB6E-201E-22EC-BCDB-D8518DBA0266}"/>
              </a:ext>
            </a:extLst>
          </p:cNvPr>
          <p:cNvSpPr>
            <a:spLocks/>
          </p:cNvSpPr>
          <p:nvPr userDrawn="1"/>
        </p:nvSpPr>
        <p:spPr>
          <a:xfrm>
            <a:off x="442911" y="441325"/>
            <a:ext cx="5322886" cy="4702173"/>
          </a:xfrm>
          <a:custGeom>
            <a:avLst/>
            <a:gdLst>
              <a:gd name="connsiteX0" fmla="*/ 4826897 w 5322886"/>
              <a:gd name="connsiteY0" fmla="*/ 316002 h 4702173"/>
              <a:gd name="connsiteX1" fmla="*/ 4564050 w 5322886"/>
              <a:gd name="connsiteY1" fmla="*/ 479024 h 4702173"/>
              <a:gd name="connsiteX2" fmla="*/ 4564050 w 5322886"/>
              <a:gd name="connsiteY2" fmla="*/ 609984 h 4702173"/>
              <a:gd name="connsiteX3" fmla="*/ 4566348 w 5322886"/>
              <a:gd name="connsiteY3" fmla="*/ 609984 h 4702173"/>
              <a:gd name="connsiteX4" fmla="*/ 4829860 w 5322886"/>
              <a:gd name="connsiteY4" fmla="*/ 446243 h 4702173"/>
              <a:gd name="connsiteX5" fmla="*/ 4966545 w 5322886"/>
              <a:gd name="connsiteY5" fmla="*/ 446243 h 4702173"/>
              <a:gd name="connsiteX6" fmla="*/ 4974548 w 5322886"/>
              <a:gd name="connsiteY6" fmla="*/ 454237 h 4702173"/>
              <a:gd name="connsiteX7" fmla="*/ 4970754 w 5322886"/>
              <a:gd name="connsiteY7" fmla="*/ 460960 h 4702173"/>
              <a:gd name="connsiteX8" fmla="*/ 4841324 w 5322886"/>
              <a:gd name="connsiteY8" fmla="*/ 538445 h 4702173"/>
              <a:gd name="connsiteX9" fmla="*/ 4829970 w 5322886"/>
              <a:gd name="connsiteY9" fmla="*/ 561130 h 4702173"/>
              <a:gd name="connsiteX10" fmla="*/ 4829832 w 5322886"/>
              <a:gd name="connsiteY10" fmla="*/ 609984 h 4702173"/>
              <a:gd name="connsiteX11" fmla="*/ 4994292 w 5322886"/>
              <a:gd name="connsiteY11" fmla="*/ 609984 h 4702173"/>
              <a:gd name="connsiteX12" fmla="*/ 4994292 w 5322886"/>
              <a:gd name="connsiteY12" fmla="*/ 326072 h 4702173"/>
              <a:gd name="connsiteX13" fmla="*/ 4983769 w 5322886"/>
              <a:gd name="connsiteY13" fmla="*/ 316002 h 4702173"/>
              <a:gd name="connsiteX14" fmla="*/ 168559 w 5322886"/>
              <a:gd name="connsiteY14" fmla="*/ 0 h 4702173"/>
              <a:gd name="connsiteX15" fmla="*/ 5148201 w 5322886"/>
              <a:gd name="connsiteY15" fmla="*/ 0 h 4702173"/>
              <a:gd name="connsiteX16" fmla="*/ 5316758 w 5322886"/>
              <a:gd name="connsiteY16" fmla="*/ 168389 h 4702173"/>
              <a:gd name="connsiteX17" fmla="*/ 5316758 w 5322886"/>
              <a:gd name="connsiteY17" fmla="*/ 2792940 h 4702173"/>
              <a:gd name="connsiteX18" fmla="*/ 5322886 w 5322886"/>
              <a:gd name="connsiteY18" fmla="*/ 2792940 h 4702173"/>
              <a:gd name="connsiteX19" fmla="*/ 5322886 w 5322886"/>
              <a:gd name="connsiteY19" fmla="*/ 4561768 h 4702173"/>
              <a:gd name="connsiteX20" fmla="*/ 5182481 w 5322886"/>
              <a:gd name="connsiteY20" fmla="*/ 4702173 h 4702173"/>
              <a:gd name="connsiteX21" fmla="*/ 140405 w 5322886"/>
              <a:gd name="connsiteY21" fmla="*/ 4702173 h 4702173"/>
              <a:gd name="connsiteX22" fmla="*/ 0 w 5322886"/>
              <a:gd name="connsiteY22" fmla="*/ 4561768 h 4702173"/>
              <a:gd name="connsiteX23" fmla="*/ 0 w 5322886"/>
              <a:gd name="connsiteY23" fmla="*/ 2792940 h 4702173"/>
              <a:gd name="connsiteX24" fmla="*/ 1 w 5322886"/>
              <a:gd name="connsiteY24" fmla="*/ 2792940 h 4702173"/>
              <a:gd name="connsiteX25" fmla="*/ 1 w 5322886"/>
              <a:gd name="connsiteY25" fmla="*/ 168389 h 4702173"/>
              <a:gd name="connsiteX26" fmla="*/ 168559 w 5322886"/>
              <a:gd name="connsiteY26" fmla="*/ 0 h 4702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22886" h="4702173">
                <a:moveTo>
                  <a:pt x="4826897" y="316002"/>
                </a:moveTo>
                <a:lnTo>
                  <a:pt x="4564050" y="479024"/>
                </a:lnTo>
                <a:lnTo>
                  <a:pt x="4564050" y="609984"/>
                </a:lnTo>
                <a:lnTo>
                  <a:pt x="4566348" y="609984"/>
                </a:lnTo>
                <a:lnTo>
                  <a:pt x="4829860" y="446243"/>
                </a:lnTo>
                <a:lnTo>
                  <a:pt x="4966545" y="446243"/>
                </a:lnTo>
                <a:cubicBezTo>
                  <a:pt x="4970754" y="446243"/>
                  <a:pt x="4974548" y="449618"/>
                  <a:pt x="4974548" y="454237"/>
                </a:cubicBezTo>
                <a:cubicBezTo>
                  <a:pt x="4974548" y="458027"/>
                  <a:pt x="4972859" y="459687"/>
                  <a:pt x="4970754" y="460960"/>
                </a:cubicBezTo>
                <a:lnTo>
                  <a:pt x="4841324" y="538445"/>
                </a:lnTo>
                <a:cubicBezTo>
                  <a:pt x="4832906" y="543481"/>
                  <a:pt x="4829970" y="553577"/>
                  <a:pt x="4829970" y="561130"/>
                </a:cubicBezTo>
                <a:lnTo>
                  <a:pt x="4829832" y="609984"/>
                </a:lnTo>
                <a:lnTo>
                  <a:pt x="4994292" y="609984"/>
                </a:lnTo>
                <a:lnTo>
                  <a:pt x="4994292" y="326072"/>
                </a:lnTo>
                <a:cubicBezTo>
                  <a:pt x="4994292" y="320622"/>
                  <a:pt x="4990083" y="316002"/>
                  <a:pt x="4983769" y="316002"/>
                </a:cubicBezTo>
                <a:close/>
                <a:moveTo>
                  <a:pt x="168559" y="0"/>
                </a:moveTo>
                <a:lnTo>
                  <a:pt x="5148201" y="0"/>
                </a:lnTo>
                <a:cubicBezTo>
                  <a:pt x="5241299" y="0"/>
                  <a:pt x="5316758" y="75383"/>
                  <a:pt x="5316758" y="168389"/>
                </a:cubicBezTo>
                <a:lnTo>
                  <a:pt x="5316758" y="2792940"/>
                </a:lnTo>
                <a:lnTo>
                  <a:pt x="5322886" y="2792940"/>
                </a:lnTo>
                <a:lnTo>
                  <a:pt x="5322886" y="4561768"/>
                </a:lnTo>
                <a:cubicBezTo>
                  <a:pt x="5322886" y="4639312"/>
                  <a:pt x="5260025" y="4702173"/>
                  <a:pt x="5182481" y="4702173"/>
                </a:cubicBezTo>
                <a:lnTo>
                  <a:pt x="140405" y="4702173"/>
                </a:lnTo>
                <a:cubicBezTo>
                  <a:pt x="62861" y="4702173"/>
                  <a:pt x="0" y="4639312"/>
                  <a:pt x="0" y="4561768"/>
                </a:cubicBezTo>
                <a:lnTo>
                  <a:pt x="0" y="2792940"/>
                </a:lnTo>
                <a:lnTo>
                  <a:pt x="1" y="2792940"/>
                </a:lnTo>
                <a:lnTo>
                  <a:pt x="1" y="168389"/>
                </a:lnTo>
                <a:cubicBezTo>
                  <a:pt x="1" y="75383"/>
                  <a:pt x="75460" y="0"/>
                  <a:pt x="168559" y="0"/>
                </a:cubicBezTo>
                <a:close/>
              </a:path>
            </a:pathLst>
          </a:custGeom>
          <a:solidFill>
            <a:srgbClr val="F5F5F0"/>
          </a:solidFill>
          <a:ln w="4048" cap="flat">
            <a:noFill/>
            <a:prstDash val="solid"/>
            <a:miter/>
          </a:ln>
        </p:spPr>
        <p:txBody>
          <a:bodyPr wrap="square" rtlCol="0" anchor="ctr">
            <a:noAutofit/>
          </a:bodyPr>
          <a:lstStyle/>
          <a:p>
            <a:endParaRPr lang="en-US" b="0" i="0">
              <a:latin typeface="Artifakt Element" panose="020B0503050000020004" pitchFamily="34" charset="77"/>
            </a:endParaRPr>
          </a:p>
        </p:txBody>
      </p:sp>
      <p:sp>
        <p:nvSpPr>
          <p:cNvPr id="46" name="Text Placeholder 19">
            <a:extLst>
              <a:ext uri="{FF2B5EF4-FFF2-40B4-BE49-F238E27FC236}">
                <a16:creationId xmlns:a16="http://schemas.microsoft.com/office/drawing/2014/main" id="{B29AD1B3-AD4A-EC0B-BDE6-4D3DB226E5AF}"/>
              </a:ext>
            </a:extLst>
          </p:cNvPr>
          <p:cNvSpPr>
            <a:spLocks noGrp="1"/>
          </p:cNvSpPr>
          <p:nvPr>
            <p:ph type="body" sz="quarter" idx="11" hasCustomPrompt="1"/>
          </p:nvPr>
        </p:nvSpPr>
        <p:spPr>
          <a:xfrm>
            <a:off x="770032" y="767297"/>
            <a:ext cx="3724275" cy="1161288"/>
          </a:xfrm>
          <a:prstGeom prst="rect">
            <a:avLst/>
          </a:prstGeom>
        </p:spPr>
        <p:txBody>
          <a:bodyPr lIns="0" tIns="0" rIns="0" bIns="0" anchor="t" anchorCtr="0">
            <a:noAutofit/>
          </a:bodyPr>
          <a:lstStyle>
            <a:lvl1pPr marL="0" indent="0">
              <a:lnSpc>
                <a:spcPts val="4400"/>
              </a:lnSpc>
              <a:spcBef>
                <a:spcPts val="0"/>
              </a:spcBef>
              <a:spcAft>
                <a:spcPts val="0"/>
              </a:spcAft>
              <a:buNone/>
              <a:defRPr sz="44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a:t>Click to add divider title</a:t>
            </a:r>
          </a:p>
        </p:txBody>
      </p:sp>
      <p:sp>
        <p:nvSpPr>
          <p:cNvPr id="47" name="Text Placeholder 21">
            <a:extLst>
              <a:ext uri="{FF2B5EF4-FFF2-40B4-BE49-F238E27FC236}">
                <a16:creationId xmlns:a16="http://schemas.microsoft.com/office/drawing/2014/main" id="{1FBD901F-FFA4-6E29-350B-7B7A80249A14}"/>
              </a:ext>
            </a:extLst>
          </p:cNvPr>
          <p:cNvSpPr>
            <a:spLocks noGrp="1"/>
          </p:cNvSpPr>
          <p:nvPr>
            <p:ph type="body" sz="quarter" idx="12" hasCustomPrompt="1"/>
          </p:nvPr>
        </p:nvSpPr>
        <p:spPr>
          <a:xfrm>
            <a:off x="770413" y="1989200"/>
            <a:ext cx="3724275" cy="585788"/>
          </a:xfrm>
          <a:prstGeom prst="rect">
            <a:avLst/>
          </a:prstGeom>
        </p:spPr>
        <p:txBody>
          <a:bodyPr lIns="0" tIns="0" rIns="0" bIns="0">
            <a:noAutofit/>
          </a:bodyPr>
          <a:lstStyle>
            <a:lvl1pPr marL="0" indent="0">
              <a:lnSpc>
                <a:spcPct val="90000"/>
              </a:lnSpc>
              <a:spcBef>
                <a:spcPts val="0"/>
              </a:spcBef>
              <a:spcAft>
                <a:spcPts val="0"/>
              </a:spcAft>
              <a:buNone/>
              <a:defRPr sz="1600" b="0" i="0">
                <a:solidFill>
                  <a:schemeClr val="tx1"/>
                </a:solidFill>
                <a:latin typeface="Artifakt Element" panose="020B0503050000020004" pitchFamily="34" charset="77"/>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r>
              <a:rPr lang="en-US"/>
              <a:t>Click to add subtitle</a:t>
            </a:r>
          </a:p>
        </p:txBody>
      </p:sp>
      <p:grpSp>
        <p:nvGrpSpPr>
          <p:cNvPr id="4" name="logo">
            <a:extLst>
              <a:ext uri="{FF2B5EF4-FFF2-40B4-BE49-F238E27FC236}">
                <a16:creationId xmlns:a16="http://schemas.microsoft.com/office/drawing/2014/main" id="{BD5EC85B-8849-6E72-1175-9E6ADDCD1883}"/>
              </a:ext>
            </a:extLst>
          </p:cNvPr>
          <p:cNvGrpSpPr>
            <a:grpSpLocks/>
          </p:cNvGrpSpPr>
          <p:nvPr userDrawn="1"/>
        </p:nvGrpSpPr>
        <p:grpSpPr>
          <a:xfrm>
            <a:off x="795500" y="4685247"/>
            <a:ext cx="1378530" cy="141631"/>
            <a:chOff x="4616450" y="3276600"/>
            <a:chExt cx="2962049" cy="304323"/>
          </a:xfrm>
          <a:solidFill>
            <a:schemeClr val="tx1"/>
          </a:solidFill>
        </p:grpSpPr>
        <p:sp>
          <p:nvSpPr>
            <p:cNvPr id="5" name="Freeform 4">
              <a:extLst>
                <a:ext uri="{FF2B5EF4-FFF2-40B4-BE49-F238E27FC236}">
                  <a16:creationId xmlns:a16="http://schemas.microsoft.com/office/drawing/2014/main" id="{BFF13CA8-48BE-D426-7FA0-80FAFC05B118}"/>
                </a:ext>
              </a:extLst>
            </p:cNvPr>
            <p:cNvSpPr>
              <a:spLocks/>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6" name="Freeform 6">
              <a:extLst>
                <a:ext uri="{FF2B5EF4-FFF2-40B4-BE49-F238E27FC236}">
                  <a16:creationId xmlns:a16="http://schemas.microsoft.com/office/drawing/2014/main" id="{CCFA8CC4-0812-FC20-9F4D-604E599097AD}"/>
                </a:ext>
              </a:extLst>
            </p:cNvPr>
            <p:cNvSpPr>
              <a:spLocks/>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7" name="Freeform 7">
              <a:extLst>
                <a:ext uri="{FF2B5EF4-FFF2-40B4-BE49-F238E27FC236}">
                  <a16:creationId xmlns:a16="http://schemas.microsoft.com/office/drawing/2014/main" id="{302B6026-8083-90A5-DC41-81348B804D9A}"/>
                </a:ext>
              </a:extLst>
            </p:cNvPr>
            <p:cNvSpPr>
              <a:spLocks/>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8" name="Freeform 9">
              <a:extLst>
                <a:ext uri="{FF2B5EF4-FFF2-40B4-BE49-F238E27FC236}">
                  <a16:creationId xmlns:a16="http://schemas.microsoft.com/office/drawing/2014/main" id="{715C48BC-58E5-5E7A-6089-DAF3E550B516}"/>
                </a:ext>
              </a:extLst>
            </p:cNvPr>
            <p:cNvSpPr>
              <a:spLocks/>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9" name="Freeform 10">
              <a:extLst>
                <a:ext uri="{FF2B5EF4-FFF2-40B4-BE49-F238E27FC236}">
                  <a16:creationId xmlns:a16="http://schemas.microsoft.com/office/drawing/2014/main" id="{E4FA52B7-C9FB-B9C9-9E55-61B7BA264D52}"/>
                </a:ext>
              </a:extLst>
            </p:cNvPr>
            <p:cNvSpPr>
              <a:spLocks/>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0" name="Freeform 11">
              <a:extLst>
                <a:ext uri="{FF2B5EF4-FFF2-40B4-BE49-F238E27FC236}">
                  <a16:creationId xmlns:a16="http://schemas.microsoft.com/office/drawing/2014/main" id="{EE18063A-7008-B754-1079-E0DBE54E7569}"/>
                </a:ext>
              </a:extLst>
            </p:cNvPr>
            <p:cNvSpPr>
              <a:spLocks/>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1" name="Freeform 12">
              <a:extLst>
                <a:ext uri="{FF2B5EF4-FFF2-40B4-BE49-F238E27FC236}">
                  <a16:creationId xmlns:a16="http://schemas.microsoft.com/office/drawing/2014/main" id="{93E1D340-4D2E-9B2C-6547-7A774926D9C8}"/>
                </a:ext>
              </a:extLst>
            </p:cNvPr>
            <p:cNvSpPr>
              <a:spLocks/>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2" name="Freeform 13">
              <a:extLst>
                <a:ext uri="{FF2B5EF4-FFF2-40B4-BE49-F238E27FC236}">
                  <a16:creationId xmlns:a16="http://schemas.microsoft.com/office/drawing/2014/main" id="{8E47DC8F-4C57-AF73-4AA6-76A4AFB21493}"/>
                </a:ext>
              </a:extLst>
            </p:cNvPr>
            <p:cNvSpPr>
              <a:spLocks/>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3" name="Freeform 14">
              <a:extLst>
                <a:ext uri="{FF2B5EF4-FFF2-40B4-BE49-F238E27FC236}">
                  <a16:creationId xmlns:a16="http://schemas.microsoft.com/office/drawing/2014/main" id="{4435BCAF-349B-95D7-53FE-632C5518D4DD}"/>
                </a:ext>
              </a:extLst>
            </p:cNvPr>
            <p:cNvSpPr>
              <a:spLocks/>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2" name="Text Placeholder 35">
            <a:extLst>
              <a:ext uri="{FF2B5EF4-FFF2-40B4-BE49-F238E27FC236}">
                <a16:creationId xmlns:a16="http://schemas.microsoft.com/office/drawing/2014/main" id="{66912EE9-34B7-86C1-EA5F-1E48593A2A89}"/>
              </a:ext>
            </a:extLst>
          </p:cNvPr>
          <p:cNvSpPr>
            <a:spLocks noGrp="1"/>
          </p:cNvSpPr>
          <p:nvPr>
            <p:ph type="body" sz="quarter" idx="30" hasCustomPrompt="1"/>
          </p:nvPr>
        </p:nvSpPr>
        <p:spPr>
          <a:xfrm>
            <a:off x="448926" y="6502400"/>
            <a:ext cx="5198150" cy="136208"/>
          </a:xfrm>
          <a:prstGeom prst="rect">
            <a:avLst/>
          </a:prstGeom>
        </p:spPr>
        <p:txBody>
          <a:bodyPr lIns="0" tIns="0" rIns="0" bIns="0" anchor="b">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39123896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2 (Light)">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717C4548-5E70-7A16-B91A-191C80B196A3}"/>
              </a:ext>
            </a:extLst>
          </p:cNvPr>
          <p:cNvSpPr/>
          <p:nvPr userDrawn="1"/>
        </p:nvSpPr>
        <p:spPr>
          <a:xfrm>
            <a:off x="0" y="5002182"/>
            <a:ext cx="12192000" cy="1855818"/>
          </a:xfrm>
          <a:custGeom>
            <a:avLst/>
            <a:gdLst>
              <a:gd name="connsiteX0" fmla="*/ 12192000 w 12192000"/>
              <a:gd name="connsiteY0" fmla="*/ 0 h 1855818"/>
              <a:gd name="connsiteX1" fmla="*/ 12192000 w 12192000"/>
              <a:gd name="connsiteY1" fmla="*/ 1855818 h 1855818"/>
              <a:gd name="connsiteX2" fmla="*/ 0 w 12192000"/>
              <a:gd name="connsiteY2" fmla="*/ 1855818 h 1855818"/>
              <a:gd name="connsiteX3" fmla="*/ 0 w 12192000"/>
              <a:gd name="connsiteY3" fmla="*/ 154547 h 1855818"/>
              <a:gd name="connsiteX4" fmla="*/ 12037452 w 12192000"/>
              <a:gd name="connsiteY4" fmla="*/ 154547 h 1855818"/>
              <a:gd name="connsiteX5" fmla="*/ 12192000 w 12192000"/>
              <a:gd name="connsiteY5" fmla="*/ 0 h 185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55818">
                <a:moveTo>
                  <a:pt x="12192000" y="0"/>
                </a:moveTo>
                <a:lnTo>
                  <a:pt x="12192000" y="1855818"/>
                </a:lnTo>
                <a:lnTo>
                  <a:pt x="0" y="1855818"/>
                </a:lnTo>
                <a:lnTo>
                  <a:pt x="0" y="154547"/>
                </a:lnTo>
                <a:lnTo>
                  <a:pt x="12037452" y="154547"/>
                </a:lnTo>
                <a:cubicBezTo>
                  <a:pt x="12122806" y="154547"/>
                  <a:pt x="12192000" y="85354"/>
                  <a:pt x="12192000" y="0"/>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rtifakt Element" panose="020B0503050000020004" pitchFamily="34" charset="77"/>
            </a:endParaRPr>
          </a:p>
        </p:txBody>
      </p:sp>
      <p:sp>
        <p:nvSpPr>
          <p:cNvPr id="2" name="Round Single Corner Rectangle 1">
            <a:extLst>
              <a:ext uri="{FF2B5EF4-FFF2-40B4-BE49-F238E27FC236}">
                <a16:creationId xmlns:a16="http://schemas.microsoft.com/office/drawing/2014/main" id="{43F58779-E037-4CB1-E00C-29260DB65562}"/>
              </a:ext>
            </a:extLst>
          </p:cNvPr>
          <p:cNvSpPr/>
          <p:nvPr userDrawn="1"/>
        </p:nvSpPr>
        <p:spPr>
          <a:xfrm rot="10800000" flipH="1">
            <a:off x="0" y="0"/>
            <a:ext cx="6096000" cy="5143501"/>
          </a:xfrm>
          <a:prstGeom prst="round1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sz="2700" b="0" i="0">
              <a:latin typeface="Artifakt Element" panose="020B0503050000020004" pitchFamily="34" charset="77"/>
            </a:endParaRPr>
          </a:p>
        </p:txBody>
      </p:sp>
      <p:grpSp>
        <p:nvGrpSpPr>
          <p:cNvPr id="8" name="Graphic 2">
            <a:extLst>
              <a:ext uri="{FF2B5EF4-FFF2-40B4-BE49-F238E27FC236}">
                <a16:creationId xmlns:a16="http://schemas.microsoft.com/office/drawing/2014/main" id="{BD9FB23D-861F-8369-8CB3-6AE739F453D1}"/>
              </a:ext>
            </a:extLst>
          </p:cNvPr>
          <p:cNvGrpSpPr/>
          <p:nvPr userDrawn="1"/>
        </p:nvGrpSpPr>
        <p:grpSpPr>
          <a:xfrm>
            <a:off x="9711232" y="6203201"/>
            <a:ext cx="2025431" cy="208094"/>
            <a:chOff x="4616450" y="3276600"/>
            <a:chExt cx="2962049" cy="304323"/>
          </a:xfrm>
          <a:solidFill>
            <a:schemeClr val="bg1"/>
          </a:solidFill>
        </p:grpSpPr>
        <p:sp>
          <p:nvSpPr>
            <p:cNvPr id="9" name="Freeform 8">
              <a:extLst>
                <a:ext uri="{FF2B5EF4-FFF2-40B4-BE49-F238E27FC236}">
                  <a16:creationId xmlns:a16="http://schemas.microsoft.com/office/drawing/2014/main" id="{7E700833-1CEA-37AB-63DD-31D1EC0DD93D}"/>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0" name="Freeform 9">
              <a:extLst>
                <a:ext uri="{FF2B5EF4-FFF2-40B4-BE49-F238E27FC236}">
                  <a16:creationId xmlns:a16="http://schemas.microsoft.com/office/drawing/2014/main" id="{D8DC7574-DA36-8422-0063-A616DFE222E2}"/>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1" name="Freeform 10">
              <a:extLst>
                <a:ext uri="{FF2B5EF4-FFF2-40B4-BE49-F238E27FC236}">
                  <a16:creationId xmlns:a16="http://schemas.microsoft.com/office/drawing/2014/main" id="{049F432D-D198-EBF2-6321-D33802941698}"/>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2" name="Freeform 11">
              <a:extLst>
                <a:ext uri="{FF2B5EF4-FFF2-40B4-BE49-F238E27FC236}">
                  <a16:creationId xmlns:a16="http://schemas.microsoft.com/office/drawing/2014/main" id="{459EF109-6711-3828-5F92-E1AB38091B74}"/>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3" name="Freeform 12">
              <a:extLst>
                <a:ext uri="{FF2B5EF4-FFF2-40B4-BE49-F238E27FC236}">
                  <a16:creationId xmlns:a16="http://schemas.microsoft.com/office/drawing/2014/main" id="{818D2032-DF14-9AD3-E481-84690494FE26}"/>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4" name="Freeform 13">
              <a:extLst>
                <a:ext uri="{FF2B5EF4-FFF2-40B4-BE49-F238E27FC236}">
                  <a16:creationId xmlns:a16="http://schemas.microsoft.com/office/drawing/2014/main" id="{118136B6-608E-667A-3F67-D79B99862990}"/>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5" name="Freeform 14">
              <a:extLst>
                <a:ext uri="{FF2B5EF4-FFF2-40B4-BE49-F238E27FC236}">
                  <a16:creationId xmlns:a16="http://schemas.microsoft.com/office/drawing/2014/main" id="{4556B2DC-D6FD-A1D6-596E-15E3FBF49318}"/>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6" name="Freeform 15">
              <a:extLst>
                <a:ext uri="{FF2B5EF4-FFF2-40B4-BE49-F238E27FC236}">
                  <a16:creationId xmlns:a16="http://schemas.microsoft.com/office/drawing/2014/main" id="{93540943-81DB-ACD6-2B4A-EA6DEA215544}"/>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7" name="Freeform 16">
              <a:extLst>
                <a:ext uri="{FF2B5EF4-FFF2-40B4-BE49-F238E27FC236}">
                  <a16:creationId xmlns:a16="http://schemas.microsoft.com/office/drawing/2014/main" id="{620CF4FE-045E-7C3E-3784-D4232C9B1ED4}"/>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19" name="Text Placeholder 19">
            <a:extLst>
              <a:ext uri="{FF2B5EF4-FFF2-40B4-BE49-F238E27FC236}">
                <a16:creationId xmlns:a16="http://schemas.microsoft.com/office/drawing/2014/main" id="{61E63D0E-4C05-4084-A7F6-AA86C51BE836}"/>
              </a:ext>
            </a:extLst>
          </p:cNvPr>
          <p:cNvSpPr>
            <a:spLocks noGrp="1"/>
          </p:cNvSpPr>
          <p:nvPr>
            <p:ph type="body" sz="quarter" idx="11" hasCustomPrompt="1"/>
          </p:nvPr>
        </p:nvSpPr>
        <p:spPr>
          <a:xfrm>
            <a:off x="711976" y="1028554"/>
            <a:ext cx="4614767" cy="1702249"/>
          </a:xfrm>
          <a:prstGeom prst="rect">
            <a:avLst/>
          </a:prstGeom>
        </p:spPr>
        <p:txBody>
          <a:bodyPr lIns="0" tIns="0" rIns="0" bIns="0" anchor="b" anchorCtr="0">
            <a:noAutofit/>
          </a:bodyPr>
          <a:lstStyle>
            <a:lvl1pPr marL="0" indent="0">
              <a:lnSpc>
                <a:spcPts val="4000"/>
              </a:lnSpc>
              <a:spcBef>
                <a:spcPts val="0"/>
              </a:spcBef>
              <a:spcAft>
                <a:spcPts val="0"/>
              </a:spcAft>
              <a:buNone/>
              <a:defRPr sz="40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a:t>Click to add divider title</a:t>
            </a:r>
          </a:p>
        </p:txBody>
      </p:sp>
      <p:sp>
        <p:nvSpPr>
          <p:cNvPr id="20" name="Text Placeholder 21">
            <a:extLst>
              <a:ext uri="{FF2B5EF4-FFF2-40B4-BE49-F238E27FC236}">
                <a16:creationId xmlns:a16="http://schemas.microsoft.com/office/drawing/2014/main" id="{19FA9074-FFFC-93B6-4467-45AE13DD568A}"/>
              </a:ext>
            </a:extLst>
          </p:cNvPr>
          <p:cNvSpPr>
            <a:spLocks noGrp="1"/>
          </p:cNvSpPr>
          <p:nvPr>
            <p:ph type="body" sz="quarter" idx="12" hasCustomPrompt="1"/>
          </p:nvPr>
        </p:nvSpPr>
        <p:spPr>
          <a:xfrm>
            <a:off x="712357" y="2801997"/>
            <a:ext cx="4614767" cy="1174918"/>
          </a:xfrm>
          <a:prstGeom prst="rect">
            <a:avLst/>
          </a:prstGeom>
        </p:spPr>
        <p:txBody>
          <a:bodyPr lIns="0" tIns="0" rIns="0" bIns="0">
            <a:noAutofit/>
          </a:bodyPr>
          <a:lstStyle>
            <a:lvl1pPr marL="0" indent="0">
              <a:lnSpc>
                <a:spcPct val="90000"/>
              </a:lnSpc>
              <a:spcBef>
                <a:spcPts val="0"/>
              </a:spcBef>
              <a:spcAft>
                <a:spcPts val="0"/>
              </a:spcAft>
              <a:buNone/>
              <a:defRPr sz="1600" b="0" i="0">
                <a:solidFill>
                  <a:schemeClr val="tx1"/>
                </a:solidFill>
                <a:latin typeface="Artifakt Element" panose="020B0503050000020004" pitchFamily="34" charset="77"/>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r>
              <a:rPr lang="en-US"/>
              <a:t>Click to add subtitle</a:t>
            </a:r>
          </a:p>
        </p:txBody>
      </p:sp>
      <p:sp>
        <p:nvSpPr>
          <p:cNvPr id="3" name="Picture Placeholder 31">
            <a:extLst>
              <a:ext uri="{FF2B5EF4-FFF2-40B4-BE49-F238E27FC236}">
                <a16:creationId xmlns:a16="http://schemas.microsoft.com/office/drawing/2014/main" id="{B558D396-DE2C-9253-A6A2-C1D5645B588A}"/>
              </a:ext>
            </a:extLst>
          </p:cNvPr>
          <p:cNvSpPr>
            <a:spLocks noGrp="1"/>
          </p:cNvSpPr>
          <p:nvPr>
            <p:ph type="pic" sz="quarter" idx="29"/>
          </p:nvPr>
        </p:nvSpPr>
        <p:spPr>
          <a:xfrm>
            <a:off x="7350733" y="1366047"/>
            <a:ext cx="3346703" cy="2291156"/>
          </a:xfrm>
          <a:custGeom>
            <a:avLst/>
            <a:gdLst>
              <a:gd name="connsiteX0" fmla="*/ 2044372 w 3346703"/>
              <a:gd name="connsiteY0" fmla="*/ 0 h 2291156"/>
              <a:gd name="connsiteX1" fmla="*/ 3264507 w 3346703"/>
              <a:gd name="connsiteY1" fmla="*/ 0 h 2291156"/>
              <a:gd name="connsiteX2" fmla="*/ 3268280 w 3346703"/>
              <a:gd name="connsiteY2" fmla="*/ 0 h 2291156"/>
              <a:gd name="connsiteX3" fmla="*/ 3346703 w 3346703"/>
              <a:gd name="connsiteY3" fmla="*/ 78511 h 2291156"/>
              <a:gd name="connsiteX4" fmla="*/ 3346703 w 3346703"/>
              <a:gd name="connsiteY4" fmla="*/ 2290403 h 2291156"/>
              <a:gd name="connsiteX5" fmla="*/ 2068505 w 3346703"/>
              <a:gd name="connsiteY5" fmla="*/ 2290403 h 2291156"/>
              <a:gd name="connsiteX6" fmla="*/ 2068505 w 3346703"/>
              <a:gd name="connsiteY6" fmla="*/ 1909920 h 2291156"/>
              <a:gd name="connsiteX7" fmla="*/ 2156733 w 3346703"/>
              <a:gd name="connsiteY7" fmla="*/ 1733275 h 2291156"/>
              <a:gd name="connsiteX8" fmla="*/ 3163464 w 3346703"/>
              <a:gd name="connsiteY8" fmla="*/ 1129347 h 2291156"/>
              <a:gd name="connsiteX9" fmla="*/ 3192114 w 3346703"/>
              <a:gd name="connsiteY9" fmla="*/ 1077260 h 2291156"/>
              <a:gd name="connsiteX10" fmla="*/ 3130279 w 3346703"/>
              <a:gd name="connsiteY10" fmla="*/ 1015353 h 2291156"/>
              <a:gd name="connsiteX11" fmla="*/ 2066991 w 3346703"/>
              <a:gd name="connsiteY11" fmla="*/ 1015353 h 2291156"/>
              <a:gd name="connsiteX12" fmla="*/ 18102 w 3346703"/>
              <a:gd name="connsiteY12" fmla="*/ 2291156 h 2291156"/>
              <a:gd name="connsiteX13" fmla="*/ 0 w 3346703"/>
              <a:gd name="connsiteY13" fmla="*/ 2291156 h 2291156"/>
              <a:gd name="connsiteX14" fmla="*/ 0 w 3346703"/>
              <a:gd name="connsiteY14" fmla="*/ 1270517 h 22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46703" h="2291156">
                <a:moveTo>
                  <a:pt x="2044372" y="0"/>
                </a:moveTo>
                <a:lnTo>
                  <a:pt x="3264507" y="0"/>
                </a:lnTo>
                <a:cubicBezTo>
                  <a:pt x="3266020" y="0"/>
                  <a:pt x="3266774" y="0"/>
                  <a:pt x="3268280" y="0"/>
                </a:cubicBezTo>
                <a:cubicBezTo>
                  <a:pt x="3312021" y="0"/>
                  <a:pt x="3346703" y="35483"/>
                  <a:pt x="3346703" y="78511"/>
                </a:cubicBezTo>
                <a:lnTo>
                  <a:pt x="3346703" y="2290403"/>
                </a:lnTo>
                <a:cubicBezTo>
                  <a:pt x="3346703" y="2290403"/>
                  <a:pt x="2068505" y="2290403"/>
                  <a:pt x="2068505" y="2290403"/>
                </a:cubicBezTo>
                <a:lnTo>
                  <a:pt x="2068505" y="1909920"/>
                </a:lnTo>
                <a:cubicBezTo>
                  <a:pt x="2068505" y="1851041"/>
                  <a:pt x="2091125" y="1772530"/>
                  <a:pt x="2156733" y="1733275"/>
                </a:cubicBezTo>
                <a:lnTo>
                  <a:pt x="3163464" y="1129347"/>
                </a:lnTo>
                <a:cubicBezTo>
                  <a:pt x="3182310" y="1119535"/>
                  <a:pt x="3193620" y="1099150"/>
                  <a:pt x="3192114" y="1077260"/>
                </a:cubicBezTo>
                <a:cubicBezTo>
                  <a:pt x="3192114" y="1043291"/>
                  <a:pt x="3164216" y="1015353"/>
                  <a:pt x="3130279" y="1015353"/>
                </a:cubicBezTo>
                <a:lnTo>
                  <a:pt x="2066991" y="1015353"/>
                </a:lnTo>
                <a:lnTo>
                  <a:pt x="18102" y="2291156"/>
                </a:lnTo>
                <a:lnTo>
                  <a:pt x="0" y="2291156"/>
                </a:lnTo>
                <a:lnTo>
                  <a:pt x="0" y="1270517"/>
                </a:lnTo>
                <a:close/>
              </a:path>
            </a:pathLst>
          </a:custGeom>
          <a:blipFill>
            <a:blip r:embed="rId2" cstate="screen">
              <a:extLst>
                <a:ext uri="{28A0092B-C50C-407E-A947-70E740481C1C}">
                  <a14:useLocalDpi xmlns:a14="http://schemas.microsoft.com/office/drawing/2010/main"/>
                </a:ext>
              </a:extLst>
            </a:blip>
            <a:stretch>
              <a:fillRect/>
            </a:stretch>
          </a:blipFill>
          <a:ln>
            <a:noFill/>
          </a:ln>
        </p:spPr>
        <p:txBody>
          <a:bodyPr wrap="square">
            <a:noAutofit/>
          </a:bodyPr>
          <a:lstStyle>
            <a:lvl1pPr marL="0" indent="0">
              <a:buNone/>
              <a:defRPr b="0" i="0">
                <a:solidFill>
                  <a:schemeClr val="tx1"/>
                </a:solidFill>
                <a:latin typeface="Artifakt Element" panose="020B0503050000020004" pitchFamily="34" charset="77"/>
              </a:defRPr>
            </a:lvl1pPr>
          </a:lstStyle>
          <a:p>
            <a:r>
              <a:rPr lang="en-US"/>
              <a:t>Click icon to add picture</a:t>
            </a:r>
          </a:p>
        </p:txBody>
      </p:sp>
      <p:sp>
        <p:nvSpPr>
          <p:cNvPr id="6" name="Text Placeholder 35">
            <a:extLst>
              <a:ext uri="{FF2B5EF4-FFF2-40B4-BE49-F238E27FC236}">
                <a16:creationId xmlns:a16="http://schemas.microsoft.com/office/drawing/2014/main" id="{6BEA1AC6-D02C-8033-19B2-82AC59BF8C94}"/>
              </a:ext>
            </a:extLst>
          </p:cNvPr>
          <p:cNvSpPr>
            <a:spLocks noGrp="1"/>
          </p:cNvSpPr>
          <p:nvPr>
            <p:ph type="body" sz="quarter" idx="30" hasCustomPrompt="1"/>
          </p:nvPr>
        </p:nvSpPr>
        <p:spPr>
          <a:xfrm>
            <a:off x="6515100" y="4815518"/>
            <a:ext cx="5257800"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tx2"/>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11748479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 2 (Dark)">
    <p:bg>
      <p:bgPr>
        <a:solidFill>
          <a:schemeClr val="tx1"/>
        </a:solidFill>
        <a:effectLst/>
      </p:bgPr>
    </p:bg>
    <p:spTree>
      <p:nvGrpSpPr>
        <p:cNvPr id="1" name=""/>
        <p:cNvGrpSpPr/>
        <p:nvPr/>
      </p:nvGrpSpPr>
      <p:grpSpPr>
        <a:xfrm>
          <a:off x="0" y="0"/>
          <a:ext cx="0" cy="0"/>
          <a:chOff x="0" y="0"/>
          <a:chExt cx="0" cy="0"/>
        </a:xfrm>
      </p:grpSpPr>
      <p:sp>
        <p:nvSpPr>
          <p:cNvPr id="2" name="Round Single Corner Rectangle 1">
            <a:extLst>
              <a:ext uri="{FF2B5EF4-FFF2-40B4-BE49-F238E27FC236}">
                <a16:creationId xmlns:a16="http://schemas.microsoft.com/office/drawing/2014/main" id="{43F58779-E037-4CB1-E00C-29260DB65562}"/>
              </a:ext>
            </a:extLst>
          </p:cNvPr>
          <p:cNvSpPr/>
          <p:nvPr userDrawn="1"/>
        </p:nvSpPr>
        <p:spPr>
          <a:xfrm rot="10800000" flipH="1">
            <a:off x="0" y="0"/>
            <a:ext cx="6096000" cy="5143501"/>
          </a:xfrm>
          <a:prstGeom prst="round1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sz="2700" b="0" i="0">
              <a:latin typeface="Artifakt Element" panose="020B0503050000020004" pitchFamily="34" charset="77"/>
            </a:endParaRPr>
          </a:p>
        </p:txBody>
      </p:sp>
      <p:sp>
        <p:nvSpPr>
          <p:cNvPr id="19" name="Text Placeholder 19">
            <a:extLst>
              <a:ext uri="{FF2B5EF4-FFF2-40B4-BE49-F238E27FC236}">
                <a16:creationId xmlns:a16="http://schemas.microsoft.com/office/drawing/2014/main" id="{61E63D0E-4C05-4084-A7F6-AA86C51BE836}"/>
              </a:ext>
            </a:extLst>
          </p:cNvPr>
          <p:cNvSpPr>
            <a:spLocks noGrp="1"/>
          </p:cNvSpPr>
          <p:nvPr>
            <p:ph type="body" sz="quarter" idx="11" hasCustomPrompt="1"/>
          </p:nvPr>
        </p:nvSpPr>
        <p:spPr>
          <a:xfrm>
            <a:off x="711976" y="1028554"/>
            <a:ext cx="4614767" cy="1702249"/>
          </a:xfrm>
          <a:prstGeom prst="rect">
            <a:avLst/>
          </a:prstGeom>
        </p:spPr>
        <p:txBody>
          <a:bodyPr lIns="0" tIns="0" rIns="0" bIns="0" anchor="b" anchorCtr="0">
            <a:noAutofit/>
          </a:bodyPr>
          <a:lstStyle>
            <a:lvl1pPr marL="0" indent="0">
              <a:lnSpc>
                <a:spcPts val="4000"/>
              </a:lnSpc>
              <a:spcBef>
                <a:spcPts val="0"/>
              </a:spcBef>
              <a:spcAft>
                <a:spcPts val="0"/>
              </a:spcAft>
              <a:buNone/>
              <a:defRPr sz="40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a:t>Click to add divider title</a:t>
            </a:r>
          </a:p>
        </p:txBody>
      </p:sp>
      <p:sp>
        <p:nvSpPr>
          <p:cNvPr id="20" name="Text Placeholder 21">
            <a:extLst>
              <a:ext uri="{FF2B5EF4-FFF2-40B4-BE49-F238E27FC236}">
                <a16:creationId xmlns:a16="http://schemas.microsoft.com/office/drawing/2014/main" id="{19FA9074-FFFC-93B6-4467-45AE13DD568A}"/>
              </a:ext>
            </a:extLst>
          </p:cNvPr>
          <p:cNvSpPr>
            <a:spLocks noGrp="1"/>
          </p:cNvSpPr>
          <p:nvPr>
            <p:ph type="body" sz="quarter" idx="12" hasCustomPrompt="1"/>
          </p:nvPr>
        </p:nvSpPr>
        <p:spPr>
          <a:xfrm>
            <a:off x="712357" y="2801997"/>
            <a:ext cx="4614767" cy="1174918"/>
          </a:xfrm>
          <a:prstGeom prst="rect">
            <a:avLst/>
          </a:prstGeom>
        </p:spPr>
        <p:txBody>
          <a:bodyPr lIns="0" tIns="0" rIns="0" bIns="0">
            <a:noAutofit/>
          </a:bodyPr>
          <a:lstStyle>
            <a:lvl1pPr marL="0" indent="0">
              <a:lnSpc>
                <a:spcPct val="90000"/>
              </a:lnSpc>
              <a:spcBef>
                <a:spcPts val="0"/>
              </a:spcBef>
              <a:spcAft>
                <a:spcPts val="0"/>
              </a:spcAft>
              <a:buNone/>
              <a:defRPr sz="1600" b="0" i="0">
                <a:solidFill>
                  <a:schemeClr val="tx1"/>
                </a:solidFill>
                <a:latin typeface="Artifakt Element" panose="020B0503050000020004" pitchFamily="34" charset="77"/>
              </a:defRPr>
            </a:lvl1pPr>
            <a:lvl2pPr>
              <a:defRPr sz="1600">
                <a:solidFill>
                  <a:schemeClr val="bg1"/>
                </a:solidFill>
              </a:defRPr>
            </a:lvl2pPr>
            <a:lvl3pPr>
              <a:defRPr sz="1600">
                <a:solidFill>
                  <a:schemeClr val="bg1"/>
                </a:solidFill>
              </a:defRPr>
            </a:lvl3pPr>
            <a:lvl4pPr>
              <a:defRPr sz="1600">
                <a:solidFill>
                  <a:schemeClr val="bg1"/>
                </a:solidFill>
              </a:defRPr>
            </a:lvl4pPr>
            <a:lvl5pPr>
              <a:defRPr sz="1600">
                <a:solidFill>
                  <a:schemeClr val="bg1"/>
                </a:solidFill>
              </a:defRPr>
            </a:lvl5pPr>
          </a:lstStyle>
          <a:p>
            <a:r>
              <a:rPr lang="en-US"/>
              <a:t>Click to add subtitle</a:t>
            </a:r>
          </a:p>
        </p:txBody>
      </p:sp>
      <p:sp>
        <p:nvSpPr>
          <p:cNvPr id="26" name="Picture Placeholder 25">
            <a:extLst>
              <a:ext uri="{FF2B5EF4-FFF2-40B4-BE49-F238E27FC236}">
                <a16:creationId xmlns:a16="http://schemas.microsoft.com/office/drawing/2014/main" id="{2BB4B1AC-5F00-4AE9-E172-11814F7ED4CD}"/>
              </a:ext>
            </a:extLst>
          </p:cNvPr>
          <p:cNvSpPr>
            <a:spLocks noGrp="1"/>
          </p:cNvSpPr>
          <p:nvPr>
            <p:ph type="pic" sz="quarter" idx="33"/>
          </p:nvPr>
        </p:nvSpPr>
        <p:spPr>
          <a:xfrm>
            <a:off x="6096000" y="-2"/>
            <a:ext cx="6096000" cy="5143499"/>
          </a:xfrm>
          <a:custGeom>
            <a:avLst/>
            <a:gdLst>
              <a:gd name="connsiteX0" fmla="*/ 0 w 6096000"/>
              <a:gd name="connsiteY0" fmla="*/ 0 h 5143499"/>
              <a:gd name="connsiteX1" fmla="*/ 6096000 w 6096000"/>
              <a:gd name="connsiteY1" fmla="*/ 0 h 5143499"/>
              <a:gd name="connsiteX2" fmla="*/ 6096000 w 6096000"/>
              <a:gd name="connsiteY2" fmla="*/ 4972066 h 5143499"/>
              <a:gd name="connsiteX3" fmla="*/ 5924568 w 6096000"/>
              <a:gd name="connsiteY3" fmla="*/ 5143499 h 5143499"/>
              <a:gd name="connsiteX4" fmla="*/ 0 w 6096000"/>
              <a:gd name="connsiteY4" fmla="*/ 5143499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5143499">
                <a:moveTo>
                  <a:pt x="0" y="0"/>
                </a:moveTo>
                <a:lnTo>
                  <a:pt x="6096000" y="0"/>
                </a:lnTo>
                <a:lnTo>
                  <a:pt x="6096000" y="4972066"/>
                </a:lnTo>
                <a:cubicBezTo>
                  <a:pt x="6096000" y="5066746"/>
                  <a:pt x="6019248" y="5143499"/>
                  <a:pt x="5924568" y="5143499"/>
                </a:cubicBezTo>
                <a:lnTo>
                  <a:pt x="0" y="5143499"/>
                </a:lnTo>
                <a:close/>
              </a:path>
            </a:pathLst>
          </a:custGeom>
          <a:solidFill>
            <a:schemeClr val="tx1"/>
          </a:solidFill>
          <a:ln>
            <a:noFill/>
          </a:ln>
        </p:spPr>
        <p:txBody>
          <a:bodyPr wrap="square" anchor="t">
            <a:noAutofit/>
          </a:bodyPr>
          <a:lstStyle>
            <a:lvl1pPr marL="0" marR="0" indent="0" algn="ctr" defTabSz="914354" rtl="0" eaLnBrk="1" fontAlgn="auto" latinLnBrk="0" hangingPunct="1">
              <a:lnSpc>
                <a:spcPct val="100000"/>
              </a:lnSpc>
              <a:spcBef>
                <a:spcPts val="600"/>
              </a:spcBef>
              <a:spcAft>
                <a:spcPts val="600"/>
              </a:spcAft>
              <a:buClr>
                <a:schemeClr val="tx1"/>
              </a:buClr>
              <a:buSzPct val="100000"/>
              <a:buFont typeface="Wingdings 2" panose="05020102010507070707" pitchFamily="18" charset="2"/>
              <a:buNone/>
              <a:tabLst/>
              <a:defRPr b="0" i="0">
                <a:solidFill>
                  <a:schemeClr val="bg1"/>
                </a:solidFill>
                <a:latin typeface="Artifakt Element" panose="020B0503050000020004" pitchFamily="34" charset="77"/>
              </a:defRPr>
            </a:lvl1pPr>
          </a:lstStyle>
          <a:p>
            <a:pPr marL="0" marR="0" lvl="0" indent="0" algn="l" defTabSz="914354" rtl="0" eaLnBrk="1" fontAlgn="auto" latinLnBrk="0" hangingPunct="1">
              <a:lnSpc>
                <a:spcPct val="100000"/>
              </a:lnSpc>
              <a:spcBef>
                <a:spcPts val="600"/>
              </a:spcBef>
              <a:spcAft>
                <a:spcPts val="600"/>
              </a:spcAft>
              <a:buClr>
                <a:schemeClr val="tx1"/>
              </a:buClr>
              <a:buSzPct val="100000"/>
              <a:buFont typeface="Wingdings 2" panose="05020102010507070707" pitchFamily="18" charset="2"/>
              <a:buNone/>
              <a:tabLst/>
              <a:defRPr/>
            </a:pPr>
            <a:r>
              <a:rPr lang="en-US"/>
              <a:t>Click icon to add picture</a:t>
            </a:r>
          </a:p>
        </p:txBody>
      </p:sp>
      <p:grpSp>
        <p:nvGrpSpPr>
          <p:cNvPr id="8" name="Graphic 2">
            <a:extLst>
              <a:ext uri="{FF2B5EF4-FFF2-40B4-BE49-F238E27FC236}">
                <a16:creationId xmlns:a16="http://schemas.microsoft.com/office/drawing/2014/main" id="{BD9FB23D-861F-8369-8CB3-6AE739F453D1}"/>
              </a:ext>
            </a:extLst>
          </p:cNvPr>
          <p:cNvGrpSpPr/>
          <p:nvPr userDrawn="1"/>
        </p:nvGrpSpPr>
        <p:grpSpPr>
          <a:xfrm>
            <a:off x="9711232" y="6203201"/>
            <a:ext cx="2025431" cy="208094"/>
            <a:chOff x="4616450" y="3276600"/>
            <a:chExt cx="2962049" cy="304323"/>
          </a:xfrm>
          <a:solidFill>
            <a:schemeClr val="bg1"/>
          </a:solidFill>
        </p:grpSpPr>
        <p:sp>
          <p:nvSpPr>
            <p:cNvPr id="9" name="Freeform 8">
              <a:extLst>
                <a:ext uri="{FF2B5EF4-FFF2-40B4-BE49-F238E27FC236}">
                  <a16:creationId xmlns:a16="http://schemas.microsoft.com/office/drawing/2014/main" id="{7E700833-1CEA-37AB-63DD-31D1EC0DD93D}"/>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0" name="Freeform 9">
              <a:extLst>
                <a:ext uri="{FF2B5EF4-FFF2-40B4-BE49-F238E27FC236}">
                  <a16:creationId xmlns:a16="http://schemas.microsoft.com/office/drawing/2014/main" id="{D8DC7574-DA36-8422-0063-A616DFE222E2}"/>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1" name="Freeform 10">
              <a:extLst>
                <a:ext uri="{FF2B5EF4-FFF2-40B4-BE49-F238E27FC236}">
                  <a16:creationId xmlns:a16="http://schemas.microsoft.com/office/drawing/2014/main" id="{049F432D-D198-EBF2-6321-D33802941698}"/>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2" name="Freeform 11">
              <a:extLst>
                <a:ext uri="{FF2B5EF4-FFF2-40B4-BE49-F238E27FC236}">
                  <a16:creationId xmlns:a16="http://schemas.microsoft.com/office/drawing/2014/main" id="{459EF109-6711-3828-5F92-E1AB38091B74}"/>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3" name="Freeform 12">
              <a:extLst>
                <a:ext uri="{FF2B5EF4-FFF2-40B4-BE49-F238E27FC236}">
                  <a16:creationId xmlns:a16="http://schemas.microsoft.com/office/drawing/2014/main" id="{818D2032-DF14-9AD3-E481-84690494FE26}"/>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4" name="Freeform 13">
              <a:extLst>
                <a:ext uri="{FF2B5EF4-FFF2-40B4-BE49-F238E27FC236}">
                  <a16:creationId xmlns:a16="http://schemas.microsoft.com/office/drawing/2014/main" id="{118136B6-608E-667A-3F67-D79B99862990}"/>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5" name="Freeform 14">
              <a:extLst>
                <a:ext uri="{FF2B5EF4-FFF2-40B4-BE49-F238E27FC236}">
                  <a16:creationId xmlns:a16="http://schemas.microsoft.com/office/drawing/2014/main" id="{4556B2DC-D6FD-A1D6-596E-15E3FBF49318}"/>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6" name="Freeform 15">
              <a:extLst>
                <a:ext uri="{FF2B5EF4-FFF2-40B4-BE49-F238E27FC236}">
                  <a16:creationId xmlns:a16="http://schemas.microsoft.com/office/drawing/2014/main" id="{93540943-81DB-ACD6-2B4A-EA6DEA215544}"/>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7" name="Freeform 16">
              <a:extLst>
                <a:ext uri="{FF2B5EF4-FFF2-40B4-BE49-F238E27FC236}">
                  <a16:creationId xmlns:a16="http://schemas.microsoft.com/office/drawing/2014/main" id="{620CF4FE-045E-7C3E-3784-D4232C9B1ED4}"/>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3" name="Text Placeholder 35">
            <a:extLst>
              <a:ext uri="{FF2B5EF4-FFF2-40B4-BE49-F238E27FC236}">
                <a16:creationId xmlns:a16="http://schemas.microsoft.com/office/drawing/2014/main" id="{AE79FA85-2D84-76DC-D6FB-A0C61BE7C8A0}"/>
              </a:ext>
            </a:extLst>
          </p:cNvPr>
          <p:cNvSpPr>
            <a:spLocks noGrp="1"/>
          </p:cNvSpPr>
          <p:nvPr>
            <p:ph type="body" sz="quarter" idx="30" hasCustomPrompt="1"/>
          </p:nvPr>
        </p:nvSpPr>
        <p:spPr>
          <a:xfrm>
            <a:off x="6515100" y="4815518"/>
            <a:ext cx="5257800"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28376018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6E6A5-E174-3E3A-DB50-24A8C475CC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0F2489-BCF7-8EDB-924B-B6DA31053B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5A4A24-3C8A-BE10-8F3E-49C90ACA0380}"/>
              </a:ext>
            </a:extLst>
          </p:cNvPr>
          <p:cNvSpPr>
            <a:spLocks noGrp="1"/>
          </p:cNvSpPr>
          <p:nvPr>
            <p:ph type="dt" sz="half" idx="10"/>
          </p:nvPr>
        </p:nvSpPr>
        <p:spPr/>
        <p:txBody>
          <a:bodyPr/>
          <a:lstStyle/>
          <a:p>
            <a:fld id="{01566B11-8893-BD45-A715-50B2C9B3A2EC}" type="datetime1">
              <a:rPr lang="en-US" smtClean="0"/>
              <a:t>8/14/2026</a:t>
            </a:fld>
            <a:endParaRPr lang="en-US"/>
          </a:p>
        </p:txBody>
      </p:sp>
      <p:sp>
        <p:nvSpPr>
          <p:cNvPr id="5" name="Footer Placeholder 4">
            <a:extLst>
              <a:ext uri="{FF2B5EF4-FFF2-40B4-BE49-F238E27FC236}">
                <a16:creationId xmlns:a16="http://schemas.microsoft.com/office/drawing/2014/main" id="{FE5F4893-1795-0435-CD0C-352D586E03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A66ED4-EA8C-2CC5-33A9-318D91B7C856}"/>
              </a:ext>
            </a:extLst>
          </p:cNvPr>
          <p:cNvSpPr>
            <a:spLocks noGrp="1"/>
          </p:cNvSpPr>
          <p:nvPr>
            <p:ph type="sldNum" sz="quarter" idx="12"/>
          </p:nvPr>
        </p:nvSpPr>
        <p:spPr/>
        <p:txBody>
          <a:bodyPr/>
          <a:lstStyle/>
          <a:p>
            <a:fld id="{A0843534-8C44-AD4B-8597-A09B5453E2FA}" type="slidenum">
              <a:rPr lang="en-US" smtClean="0"/>
              <a:t>‹#›</a:t>
            </a:fld>
            <a:endParaRPr lang="en-US"/>
          </a:p>
        </p:txBody>
      </p:sp>
    </p:spTree>
    <p:extLst>
      <p:ext uri="{BB962C8B-B14F-4D97-AF65-F5344CB8AC3E}">
        <p14:creationId xmlns:p14="http://schemas.microsoft.com/office/powerpoint/2010/main" val="2746009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Slide 1">
    <p:bg>
      <p:bgPr>
        <a:solidFill>
          <a:schemeClr val="bg2"/>
        </a:solidFill>
        <a:effectLst/>
      </p:bgPr>
    </p:bg>
    <p:spTree>
      <p:nvGrpSpPr>
        <p:cNvPr id="1" name=""/>
        <p:cNvGrpSpPr/>
        <p:nvPr/>
      </p:nvGrpSpPr>
      <p:grpSpPr>
        <a:xfrm>
          <a:off x="0" y="0"/>
          <a:ext cx="0" cy="0"/>
          <a:chOff x="0" y="0"/>
          <a:chExt cx="0" cy="0"/>
        </a:xfrm>
      </p:grpSpPr>
      <p:sp>
        <p:nvSpPr>
          <p:cNvPr id="5" name="Text Placeholder 19">
            <a:extLst>
              <a:ext uri="{FF2B5EF4-FFF2-40B4-BE49-F238E27FC236}">
                <a16:creationId xmlns:a16="http://schemas.microsoft.com/office/drawing/2014/main" id="{4D49287B-324E-5012-799E-EA3D7F4F0ECC}"/>
              </a:ext>
            </a:extLst>
          </p:cNvPr>
          <p:cNvSpPr>
            <a:spLocks noGrp="1"/>
          </p:cNvSpPr>
          <p:nvPr>
            <p:ph type="body" sz="quarter" idx="11" hasCustomPrompt="1"/>
          </p:nvPr>
        </p:nvSpPr>
        <p:spPr>
          <a:xfrm>
            <a:off x="419100" y="423668"/>
            <a:ext cx="4884211" cy="1196782"/>
          </a:xfrm>
          <a:prstGeom prst="rect">
            <a:avLst/>
          </a:prstGeom>
        </p:spPr>
        <p:txBody>
          <a:bodyPr lIns="0" tIns="0" rIns="0" bIns="0">
            <a:noAutofit/>
          </a:bodyPr>
          <a:lstStyle>
            <a:lvl1pPr marL="0" indent="0">
              <a:lnSpc>
                <a:spcPct val="90000"/>
              </a:lnSpc>
              <a:spcBef>
                <a:spcPts val="0"/>
              </a:spcBef>
              <a:spcAft>
                <a:spcPts val="0"/>
              </a:spcAft>
              <a:buNone/>
              <a:defRPr sz="36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a:t>Click to add title</a:t>
            </a:r>
          </a:p>
        </p:txBody>
      </p:sp>
      <p:sp>
        <p:nvSpPr>
          <p:cNvPr id="6" name="Text Placeholder 18">
            <a:extLst>
              <a:ext uri="{FF2B5EF4-FFF2-40B4-BE49-F238E27FC236}">
                <a16:creationId xmlns:a16="http://schemas.microsoft.com/office/drawing/2014/main" id="{F3FBD73E-58CD-BDE5-A600-43A4162957E5}"/>
              </a:ext>
            </a:extLst>
          </p:cNvPr>
          <p:cNvSpPr>
            <a:spLocks noGrp="1"/>
          </p:cNvSpPr>
          <p:nvPr>
            <p:ph type="body" sz="quarter" idx="28" hasCustomPrompt="1"/>
          </p:nvPr>
        </p:nvSpPr>
        <p:spPr>
          <a:xfrm>
            <a:off x="419100" y="6421359"/>
            <a:ext cx="5318951"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9" name="Picture Placeholder 8">
            <a:extLst>
              <a:ext uri="{FF2B5EF4-FFF2-40B4-BE49-F238E27FC236}">
                <a16:creationId xmlns:a16="http://schemas.microsoft.com/office/drawing/2014/main" id="{8BDB0137-4746-EB99-3777-9CE98D32E5AA}"/>
              </a:ext>
            </a:extLst>
          </p:cNvPr>
          <p:cNvSpPr>
            <a:spLocks noGrp="1"/>
          </p:cNvSpPr>
          <p:nvPr>
            <p:ph type="pic" sz="quarter" idx="29"/>
          </p:nvPr>
        </p:nvSpPr>
        <p:spPr>
          <a:xfrm>
            <a:off x="5892800" y="0"/>
            <a:ext cx="6299200" cy="6858000"/>
          </a:xfrm>
          <a:custGeom>
            <a:avLst/>
            <a:gdLst>
              <a:gd name="connsiteX0" fmla="*/ 203200 w 6299200"/>
              <a:gd name="connsiteY0" fmla="*/ 0 h 6858000"/>
              <a:gd name="connsiteX1" fmla="*/ 6299200 w 6299200"/>
              <a:gd name="connsiteY1" fmla="*/ 0 h 6858000"/>
              <a:gd name="connsiteX2" fmla="*/ 6299200 w 6299200"/>
              <a:gd name="connsiteY2" fmla="*/ 6858000 h 6858000"/>
              <a:gd name="connsiteX3" fmla="*/ 0 w 6299200"/>
              <a:gd name="connsiteY3" fmla="*/ 6858000 h 6858000"/>
              <a:gd name="connsiteX4" fmla="*/ 0 w 6299200"/>
              <a:gd name="connsiteY4" fmla="*/ 6855987 h 6858000"/>
              <a:gd name="connsiteX5" fmla="*/ 25003 w 6299200"/>
              <a:gd name="connsiteY5" fmla="*/ 6853466 h 6858000"/>
              <a:gd name="connsiteX6" fmla="*/ 203200 w 6299200"/>
              <a:gd name="connsiteY6" fmla="*/ 66348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99200" h="6858000">
                <a:moveTo>
                  <a:pt x="203200" y="0"/>
                </a:moveTo>
                <a:lnTo>
                  <a:pt x="6299200" y="0"/>
                </a:lnTo>
                <a:lnTo>
                  <a:pt x="6299200" y="6858000"/>
                </a:lnTo>
                <a:lnTo>
                  <a:pt x="0" y="6858000"/>
                </a:lnTo>
                <a:lnTo>
                  <a:pt x="0" y="6855987"/>
                </a:lnTo>
                <a:lnTo>
                  <a:pt x="25003" y="6853466"/>
                </a:lnTo>
                <a:cubicBezTo>
                  <a:pt x="126700" y="6832656"/>
                  <a:pt x="203200" y="6742674"/>
                  <a:pt x="203200" y="6634825"/>
                </a:cubicBezTo>
                <a:close/>
              </a:path>
            </a:pathLst>
          </a:custGeom>
        </p:spPr>
        <p:txBody>
          <a:bodyPr wrap="square">
            <a:noAutofit/>
          </a:bodyPr>
          <a:lstStyle>
            <a:lvl1pPr marL="0" indent="0">
              <a:buNone/>
              <a:defRPr b="0" i="0">
                <a:latin typeface="Artifakt Element" panose="020B0503050000020004" pitchFamily="34" charset="77"/>
              </a:defRPr>
            </a:lvl1pPr>
          </a:lstStyle>
          <a:p>
            <a:r>
              <a:rPr lang="en-US"/>
              <a:t>Click icon to add picture</a:t>
            </a:r>
          </a:p>
        </p:txBody>
      </p:sp>
      <p:sp>
        <p:nvSpPr>
          <p:cNvPr id="2" name="Text Placeholder 35">
            <a:extLst>
              <a:ext uri="{FF2B5EF4-FFF2-40B4-BE49-F238E27FC236}">
                <a16:creationId xmlns:a16="http://schemas.microsoft.com/office/drawing/2014/main" id="{1A13A425-805D-01C2-F84E-99DEEBBE98A2}"/>
              </a:ext>
            </a:extLst>
          </p:cNvPr>
          <p:cNvSpPr>
            <a:spLocks noGrp="1"/>
          </p:cNvSpPr>
          <p:nvPr>
            <p:ph type="body" sz="quarter" idx="30" hasCustomPrompt="1"/>
          </p:nvPr>
        </p:nvSpPr>
        <p:spPr>
          <a:xfrm>
            <a:off x="6515100" y="6553200"/>
            <a:ext cx="5257800"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363306126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F4DBB327-9E3B-8A7C-6120-314CC5175871}"/>
              </a:ext>
            </a:extLst>
          </p:cNvPr>
          <p:cNvSpPr/>
          <p:nvPr userDrawn="1"/>
        </p:nvSpPr>
        <p:spPr>
          <a:xfrm>
            <a:off x="0" y="5002182"/>
            <a:ext cx="12192000" cy="1855818"/>
          </a:xfrm>
          <a:custGeom>
            <a:avLst/>
            <a:gdLst>
              <a:gd name="connsiteX0" fmla="*/ 12192000 w 12192000"/>
              <a:gd name="connsiteY0" fmla="*/ 0 h 1855818"/>
              <a:gd name="connsiteX1" fmla="*/ 12192000 w 12192000"/>
              <a:gd name="connsiteY1" fmla="*/ 1855818 h 1855818"/>
              <a:gd name="connsiteX2" fmla="*/ 0 w 12192000"/>
              <a:gd name="connsiteY2" fmla="*/ 1855818 h 1855818"/>
              <a:gd name="connsiteX3" fmla="*/ 0 w 12192000"/>
              <a:gd name="connsiteY3" fmla="*/ 154547 h 1855818"/>
              <a:gd name="connsiteX4" fmla="*/ 12037452 w 12192000"/>
              <a:gd name="connsiteY4" fmla="*/ 154547 h 1855818"/>
              <a:gd name="connsiteX5" fmla="*/ 12192000 w 12192000"/>
              <a:gd name="connsiteY5" fmla="*/ 0 h 185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55818">
                <a:moveTo>
                  <a:pt x="12192000" y="0"/>
                </a:moveTo>
                <a:lnTo>
                  <a:pt x="12192000" y="1855818"/>
                </a:lnTo>
                <a:lnTo>
                  <a:pt x="0" y="1855818"/>
                </a:lnTo>
                <a:lnTo>
                  <a:pt x="0" y="154547"/>
                </a:lnTo>
                <a:lnTo>
                  <a:pt x="12037452" y="154547"/>
                </a:lnTo>
                <a:cubicBezTo>
                  <a:pt x="12122806" y="154547"/>
                  <a:pt x="12192000" y="85354"/>
                  <a:pt x="12192000" y="0"/>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a:latin typeface="Artifakt Element" panose="020B0503050000020004" pitchFamily="34" charset="77"/>
            </a:endParaRPr>
          </a:p>
        </p:txBody>
      </p:sp>
      <p:sp>
        <p:nvSpPr>
          <p:cNvPr id="5" name="Text Placeholder 19">
            <a:extLst>
              <a:ext uri="{FF2B5EF4-FFF2-40B4-BE49-F238E27FC236}">
                <a16:creationId xmlns:a16="http://schemas.microsoft.com/office/drawing/2014/main" id="{4D49287B-324E-5012-799E-EA3D7F4F0ECC}"/>
              </a:ext>
            </a:extLst>
          </p:cNvPr>
          <p:cNvSpPr>
            <a:spLocks noGrp="1"/>
          </p:cNvSpPr>
          <p:nvPr>
            <p:ph type="body" sz="quarter" idx="11" hasCustomPrompt="1"/>
          </p:nvPr>
        </p:nvSpPr>
        <p:spPr>
          <a:xfrm>
            <a:off x="419100" y="423668"/>
            <a:ext cx="4884211" cy="1196782"/>
          </a:xfrm>
          <a:prstGeom prst="rect">
            <a:avLst/>
          </a:prstGeom>
        </p:spPr>
        <p:txBody>
          <a:bodyPr lIns="0" tIns="0" rIns="0" bIns="0">
            <a:noAutofit/>
          </a:bodyPr>
          <a:lstStyle>
            <a:lvl1pPr marL="0" indent="0">
              <a:lnSpc>
                <a:spcPct val="90000"/>
              </a:lnSpc>
              <a:spcBef>
                <a:spcPts val="0"/>
              </a:spcBef>
              <a:spcAft>
                <a:spcPts val="0"/>
              </a:spcAft>
              <a:buNone/>
              <a:defRPr sz="36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a:t>Click to add title</a:t>
            </a:r>
          </a:p>
        </p:txBody>
      </p:sp>
      <p:grpSp>
        <p:nvGrpSpPr>
          <p:cNvPr id="22" name="Graphic 2">
            <a:extLst>
              <a:ext uri="{FF2B5EF4-FFF2-40B4-BE49-F238E27FC236}">
                <a16:creationId xmlns:a16="http://schemas.microsoft.com/office/drawing/2014/main" id="{0C234A4E-15DC-0BA5-087D-F0AC8ADC0E2B}"/>
              </a:ext>
            </a:extLst>
          </p:cNvPr>
          <p:cNvGrpSpPr/>
          <p:nvPr userDrawn="1"/>
        </p:nvGrpSpPr>
        <p:grpSpPr>
          <a:xfrm>
            <a:off x="9711232" y="6203201"/>
            <a:ext cx="2025431" cy="208094"/>
            <a:chOff x="4616450" y="3276600"/>
            <a:chExt cx="2962049" cy="304323"/>
          </a:xfrm>
          <a:solidFill>
            <a:schemeClr val="bg1"/>
          </a:solidFill>
        </p:grpSpPr>
        <p:sp>
          <p:nvSpPr>
            <p:cNvPr id="23" name="Freeform 8">
              <a:extLst>
                <a:ext uri="{FF2B5EF4-FFF2-40B4-BE49-F238E27FC236}">
                  <a16:creationId xmlns:a16="http://schemas.microsoft.com/office/drawing/2014/main" id="{2BB76DFD-CBA2-E462-F161-D7FA5DE9DCB3}"/>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sp>
          <p:nvSpPr>
            <p:cNvPr id="24" name="Freeform 9">
              <a:extLst>
                <a:ext uri="{FF2B5EF4-FFF2-40B4-BE49-F238E27FC236}">
                  <a16:creationId xmlns:a16="http://schemas.microsoft.com/office/drawing/2014/main" id="{4309C642-92EC-7754-338D-1902570C62E6}"/>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sp>
          <p:nvSpPr>
            <p:cNvPr id="25" name="Freeform 10">
              <a:extLst>
                <a:ext uri="{FF2B5EF4-FFF2-40B4-BE49-F238E27FC236}">
                  <a16:creationId xmlns:a16="http://schemas.microsoft.com/office/drawing/2014/main" id="{257B3B88-0249-753D-F431-55A90D7FC7B0}"/>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sp>
          <p:nvSpPr>
            <p:cNvPr id="26" name="Freeform 11">
              <a:extLst>
                <a:ext uri="{FF2B5EF4-FFF2-40B4-BE49-F238E27FC236}">
                  <a16:creationId xmlns:a16="http://schemas.microsoft.com/office/drawing/2014/main" id="{B31B1071-D8B3-74EE-FEF4-B4EE898A393B}"/>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sp>
          <p:nvSpPr>
            <p:cNvPr id="27" name="Freeform 12">
              <a:extLst>
                <a:ext uri="{FF2B5EF4-FFF2-40B4-BE49-F238E27FC236}">
                  <a16:creationId xmlns:a16="http://schemas.microsoft.com/office/drawing/2014/main" id="{6B5654DB-9B0F-4118-D0F7-892E89541C96}"/>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sp>
          <p:nvSpPr>
            <p:cNvPr id="28" name="Freeform 13">
              <a:extLst>
                <a:ext uri="{FF2B5EF4-FFF2-40B4-BE49-F238E27FC236}">
                  <a16:creationId xmlns:a16="http://schemas.microsoft.com/office/drawing/2014/main" id="{3F3201BD-5709-3F2F-343E-CCCD9C86465E}"/>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sp>
          <p:nvSpPr>
            <p:cNvPr id="29" name="Freeform 14">
              <a:extLst>
                <a:ext uri="{FF2B5EF4-FFF2-40B4-BE49-F238E27FC236}">
                  <a16:creationId xmlns:a16="http://schemas.microsoft.com/office/drawing/2014/main" id="{91AD9CE0-6080-B49C-D2BD-435DCBF58317}"/>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sp>
          <p:nvSpPr>
            <p:cNvPr id="30" name="Freeform 15">
              <a:extLst>
                <a:ext uri="{FF2B5EF4-FFF2-40B4-BE49-F238E27FC236}">
                  <a16:creationId xmlns:a16="http://schemas.microsoft.com/office/drawing/2014/main" id="{39FEB2CC-892C-2219-496E-03DB21F8FC6A}"/>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sp>
          <p:nvSpPr>
            <p:cNvPr id="31" name="Freeform 16">
              <a:extLst>
                <a:ext uri="{FF2B5EF4-FFF2-40B4-BE49-F238E27FC236}">
                  <a16:creationId xmlns:a16="http://schemas.microsoft.com/office/drawing/2014/main" id="{C473F347-A8DF-0554-0A04-4638B2AD38AB}"/>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pPr marL="285750" indent="-285750">
                <a:buFont typeface="Arial" panose="020B0604020202020204" pitchFamily="34" charset="0"/>
                <a:buChar char="•"/>
              </a:pPr>
              <a:endParaRPr lang="en-US" b="0" i="0">
                <a:latin typeface="Artifakt Element" panose="020B0503050000020004" pitchFamily="34" charset="77"/>
              </a:endParaRPr>
            </a:p>
          </p:txBody>
        </p:sp>
      </p:grpSp>
      <p:sp>
        <p:nvSpPr>
          <p:cNvPr id="6" name="Text Placeholder 18">
            <a:extLst>
              <a:ext uri="{FF2B5EF4-FFF2-40B4-BE49-F238E27FC236}">
                <a16:creationId xmlns:a16="http://schemas.microsoft.com/office/drawing/2014/main" id="{438575C2-DFFC-8551-C39F-234D3FCC1141}"/>
              </a:ext>
            </a:extLst>
          </p:cNvPr>
          <p:cNvSpPr>
            <a:spLocks noGrp="1"/>
          </p:cNvSpPr>
          <p:nvPr>
            <p:ph type="body" sz="quarter" idx="28" hasCustomPrompt="1"/>
          </p:nvPr>
        </p:nvSpPr>
        <p:spPr>
          <a:xfrm>
            <a:off x="419100" y="6421359"/>
            <a:ext cx="5318951"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414515548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Slide 2 (with Image)">
    <p:spTree>
      <p:nvGrpSpPr>
        <p:cNvPr id="1" name=""/>
        <p:cNvGrpSpPr/>
        <p:nvPr/>
      </p:nvGrpSpPr>
      <p:grpSpPr>
        <a:xfrm>
          <a:off x="0" y="0"/>
          <a:ext cx="0" cy="0"/>
          <a:chOff x="0" y="0"/>
          <a:chExt cx="0" cy="0"/>
        </a:xfrm>
      </p:grpSpPr>
      <p:sp>
        <p:nvSpPr>
          <p:cNvPr id="5" name="Text Placeholder 19">
            <a:extLst>
              <a:ext uri="{FF2B5EF4-FFF2-40B4-BE49-F238E27FC236}">
                <a16:creationId xmlns:a16="http://schemas.microsoft.com/office/drawing/2014/main" id="{4D49287B-324E-5012-799E-EA3D7F4F0ECC}"/>
              </a:ext>
            </a:extLst>
          </p:cNvPr>
          <p:cNvSpPr>
            <a:spLocks noGrp="1"/>
          </p:cNvSpPr>
          <p:nvPr>
            <p:ph type="body" sz="quarter" idx="11" hasCustomPrompt="1"/>
          </p:nvPr>
        </p:nvSpPr>
        <p:spPr>
          <a:xfrm>
            <a:off x="419100" y="423668"/>
            <a:ext cx="4884211" cy="1196782"/>
          </a:xfrm>
          <a:prstGeom prst="rect">
            <a:avLst/>
          </a:prstGeom>
        </p:spPr>
        <p:txBody>
          <a:bodyPr lIns="0" tIns="0" rIns="0" bIns="0">
            <a:noAutofit/>
          </a:bodyPr>
          <a:lstStyle>
            <a:lvl1pPr marL="0" indent="0">
              <a:lnSpc>
                <a:spcPct val="90000"/>
              </a:lnSpc>
              <a:spcBef>
                <a:spcPts val="0"/>
              </a:spcBef>
              <a:spcAft>
                <a:spcPts val="0"/>
              </a:spcAft>
              <a:buNone/>
              <a:defRPr sz="3600" b="1" i="0">
                <a:solidFill>
                  <a:schemeClr val="tx1"/>
                </a:solidFill>
                <a:latin typeface="+mj-lt"/>
                <a:ea typeface="Artifakt Legend" panose="020B0503050000020004" pitchFamily="34" charset="77"/>
              </a:defRPr>
            </a:lvl1pPr>
            <a:lvl2pPr>
              <a:defRPr b="1" i="0">
                <a:latin typeface="Artifakt Legend" panose="020B0503050000020004" pitchFamily="34" charset="77"/>
                <a:ea typeface="Artifakt Legend" panose="020B0503050000020004" pitchFamily="34" charset="77"/>
              </a:defRPr>
            </a:lvl2pPr>
            <a:lvl3pPr>
              <a:defRPr b="1" i="0">
                <a:latin typeface="Artifakt Legend" panose="020B0503050000020004" pitchFamily="34" charset="77"/>
                <a:ea typeface="Artifakt Legend" panose="020B0503050000020004" pitchFamily="34" charset="77"/>
              </a:defRPr>
            </a:lvl3pPr>
            <a:lvl4pPr>
              <a:defRPr b="1" i="0">
                <a:latin typeface="Artifakt Legend" panose="020B0503050000020004" pitchFamily="34" charset="77"/>
                <a:ea typeface="Artifakt Legend" panose="020B0503050000020004" pitchFamily="34" charset="77"/>
              </a:defRPr>
            </a:lvl4pPr>
            <a:lvl5pPr>
              <a:defRPr b="1" i="0">
                <a:latin typeface="Artifakt Legend" panose="020B0503050000020004" pitchFamily="34" charset="77"/>
                <a:ea typeface="Artifakt Legend" panose="020B0503050000020004" pitchFamily="34" charset="77"/>
              </a:defRPr>
            </a:lvl5pPr>
          </a:lstStyle>
          <a:p>
            <a:pPr lvl="0"/>
            <a:r>
              <a:rPr lang="en-US"/>
              <a:t>Click to add title</a:t>
            </a:r>
          </a:p>
        </p:txBody>
      </p:sp>
      <p:sp>
        <p:nvSpPr>
          <p:cNvPr id="20" name="Picture Placeholder 1">
            <a:extLst>
              <a:ext uri="{FF2B5EF4-FFF2-40B4-BE49-F238E27FC236}">
                <a16:creationId xmlns:a16="http://schemas.microsoft.com/office/drawing/2014/main" id="{0A9F502A-839C-9F82-5D46-5CFC0D38A6C7}"/>
              </a:ext>
            </a:extLst>
          </p:cNvPr>
          <p:cNvSpPr>
            <a:spLocks noGrp="1"/>
          </p:cNvSpPr>
          <p:nvPr>
            <p:ph type="pic" sz="quarter" idx="10"/>
          </p:nvPr>
        </p:nvSpPr>
        <p:spPr>
          <a:xfrm>
            <a:off x="0" y="4718050"/>
            <a:ext cx="12192000" cy="2139950"/>
          </a:xfrm>
          <a:custGeom>
            <a:avLst/>
            <a:gdLst>
              <a:gd name="connsiteX0" fmla="*/ 12191999 w 12192000"/>
              <a:gd name="connsiteY0" fmla="*/ 0 h 2139950"/>
              <a:gd name="connsiteX1" fmla="*/ 12192000 w 12192000"/>
              <a:gd name="connsiteY1" fmla="*/ 0 h 2139950"/>
              <a:gd name="connsiteX2" fmla="*/ 12192000 w 12192000"/>
              <a:gd name="connsiteY2" fmla="*/ 2139950 h 2139950"/>
              <a:gd name="connsiteX3" fmla="*/ 0 w 12192000"/>
              <a:gd name="connsiteY3" fmla="*/ 2139950 h 2139950"/>
              <a:gd name="connsiteX4" fmla="*/ 0 w 12192000"/>
              <a:gd name="connsiteY4" fmla="*/ 438679 h 2139950"/>
              <a:gd name="connsiteX5" fmla="*/ 12037452 w 12192000"/>
              <a:gd name="connsiteY5" fmla="*/ 438679 h 2139950"/>
              <a:gd name="connsiteX6" fmla="*/ 12191999 w 12192000"/>
              <a:gd name="connsiteY6" fmla="*/ 284132 h 213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39950">
                <a:moveTo>
                  <a:pt x="12191999" y="0"/>
                </a:moveTo>
                <a:lnTo>
                  <a:pt x="12192000" y="0"/>
                </a:lnTo>
                <a:lnTo>
                  <a:pt x="12192000" y="2139950"/>
                </a:lnTo>
                <a:lnTo>
                  <a:pt x="0" y="2139950"/>
                </a:lnTo>
                <a:lnTo>
                  <a:pt x="0" y="438679"/>
                </a:lnTo>
                <a:lnTo>
                  <a:pt x="12037452" y="438679"/>
                </a:lnTo>
                <a:cubicBezTo>
                  <a:pt x="12122806" y="438679"/>
                  <a:pt x="12191999" y="369486"/>
                  <a:pt x="12191999" y="284132"/>
                </a:cubicBezTo>
                <a:close/>
              </a:path>
            </a:pathLst>
          </a:custGeom>
          <a:solidFill>
            <a:srgbClr val="F5F5F0"/>
          </a:solidFill>
          <a:ln>
            <a:noFill/>
          </a:ln>
        </p:spPr>
        <p:txBody>
          <a:bodyPr wrap="square" anchor="ctr">
            <a:noAutofit/>
          </a:bodyPr>
          <a:lstStyle>
            <a:lvl1pPr marL="0" indent="0" algn="l">
              <a:spcBef>
                <a:spcPts val="0"/>
              </a:spcBef>
              <a:spcAft>
                <a:spcPts val="0"/>
              </a:spcAft>
              <a:buNone/>
              <a:defRPr b="0" i="0">
                <a:latin typeface="Artifakt Element" panose="020B0503050000020004" pitchFamily="34" charset="77"/>
              </a:defRPr>
            </a:lvl1pPr>
          </a:lstStyle>
          <a:p>
            <a:r>
              <a:rPr lang="en-US"/>
              <a:t>Click icon to add picture</a:t>
            </a:r>
          </a:p>
        </p:txBody>
      </p:sp>
      <p:sp>
        <p:nvSpPr>
          <p:cNvPr id="2" name="Text Placeholder 35">
            <a:extLst>
              <a:ext uri="{FF2B5EF4-FFF2-40B4-BE49-F238E27FC236}">
                <a16:creationId xmlns:a16="http://schemas.microsoft.com/office/drawing/2014/main" id="{3C2AE403-4CC2-B459-A102-558E1FB6D2F9}"/>
              </a:ext>
            </a:extLst>
          </p:cNvPr>
          <p:cNvSpPr>
            <a:spLocks noGrp="1"/>
          </p:cNvSpPr>
          <p:nvPr>
            <p:ph type="body" sz="quarter" idx="30" hasCustomPrompt="1"/>
          </p:nvPr>
        </p:nvSpPr>
        <p:spPr>
          <a:xfrm>
            <a:off x="419100" y="6540134"/>
            <a:ext cx="5198150" cy="136208"/>
          </a:xfrm>
          <a:prstGeom prst="rect">
            <a:avLst/>
          </a:prstGeom>
        </p:spPr>
        <p:txBody>
          <a:bodyPr lIns="0" tIns="0" rIns="0" bIns="0" anchor="b">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238003677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312BA560-7597-B0B7-18F0-31F89EC0D281}"/>
              </a:ext>
            </a:extLst>
          </p:cNvPr>
          <p:cNvSpPr>
            <a:spLocks noGrp="1"/>
          </p:cNvSpPr>
          <p:nvPr>
            <p:ph type="title" hasCustomPrompt="1"/>
          </p:nvPr>
        </p:nvSpPr>
        <p:spPr>
          <a:xfrm>
            <a:off x="419100" y="423668"/>
            <a:ext cx="11353800" cy="1196782"/>
          </a:xfrm>
        </p:spPr>
        <p:txBody>
          <a:bodyPr/>
          <a:lstStyle/>
          <a:p>
            <a:pPr lvl="0"/>
            <a:r>
              <a:rPr lang="en-US"/>
              <a:t>Click to add title</a:t>
            </a:r>
          </a:p>
        </p:txBody>
      </p:sp>
      <p:sp>
        <p:nvSpPr>
          <p:cNvPr id="2" name="Text Placeholder 18">
            <a:extLst>
              <a:ext uri="{FF2B5EF4-FFF2-40B4-BE49-F238E27FC236}">
                <a16:creationId xmlns:a16="http://schemas.microsoft.com/office/drawing/2014/main" id="{F0DD21C9-91A2-6780-DF24-C66FEACE6755}"/>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4" name="Slide Number Placeholder 14">
            <a:extLst>
              <a:ext uri="{FF2B5EF4-FFF2-40B4-BE49-F238E27FC236}">
                <a16:creationId xmlns:a16="http://schemas.microsoft.com/office/drawing/2014/main" id="{7E036BEF-E4EE-BCFB-A099-3A211A015C5E}"/>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Tree>
    <p:extLst>
      <p:ext uri="{BB962C8B-B14F-4D97-AF65-F5344CB8AC3E}">
        <p14:creationId xmlns:p14="http://schemas.microsoft.com/office/powerpoint/2010/main" val="164599638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7" name="Text Placeholder 41">
            <a:extLst>
              <a:ext uri="{FF2B5EF4-FFF2-40B4-BE49-F238E27FC236}">
                <a16:creationId xmlns:a16="http://schemas.microsoft.com/office/drawing/2014/main" id="{7C6D38E3-E636-482A-983B-C81968E0B746}"/>
              </a:ext>
            </a:extLst>
          </p:cNvPr>
          <p:cNvSpPr>
            <a:spLocks noGrp="1"/>
          </p:cNvSpPr>
          <p:nvPr>
            <p:ph type="body" sz="quarter" idx="38" hasCustomPrompt="1"/>
          </p:nvPr>
        </p:nvSpPr>
        <p:spPr>
          <a:xfrm>
            <a:off x="419100" y="1057982"/>
            <a:ext cx="11353800"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11" name="Title 10">
            <a:extLst>
              <a:ext uri="{FF2B5EF4-FFF2-40B4-BE49-F238E27FC236}">
                <a16:creationId xmlns:a16="http://schemas.microsoft.com/office/drawing/2014/main" id="{BAA30A87-AA74-7C80-B068-25FFDA595524}"/>
              </a:ext>
            </a:extLst>
          </p:cNvPr>
          <p:cNvSpPr>
            <a:spLocks noGrp="1"/>
          </p:cNvSpPr>
          <p:nvPr>
            <p:ph type="title" hasCustomPrompt="1"/>
          </p:nvPr>
        </p:nvSpPr>
        <p:spPr>
          <a:xfrm>
            <a:off x="419100" y="423668"/>
            <a:ext cx="11353800" cy="498598"/>
          </a:xfrm>
        </p:spPr>
        <p:txBody>
          <a:bodyPr>
            <a:noAutofit/>
          </a:bodyPr>
          <a:lstStyle/>
          <a:p>
            <a:pPr lvl="0"/>
            <a:r>
              <a:rPr lang="en-US"/>
              <a:t>Click to add title</a:t>
            </a:r>
          </a:p>
        </p:txBody>
      </p:sp>
      <p:sp>
        <p:nvSpPr>
          <p:cNvPr id="4" name="Slide Number Placeholder 14">
            <a:extLst>
              <a:ext uri="{FF2B5EF4-FFF2-40B4-BE49-F238E27FC236}">
                <a16:creationId xmlns:a16="http://schemas.microsoft.com/office/drawing/2014/main" id="{9A6F3FEA-6BED-0B9C-BB82-CB29C35F85DE}"/>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
        <p:nvSpPr>
          <p:cNvPr id="5" name="Text Placeholder 18">
            <a:extLst>
              <a:ext uri="{FF2B5EF4-FFF2-40B4-BE49-F238E27FC236}">
                <a16:creationId xmlns:a16="http://schemas.microsoft.com/office/drawing/2014/main" id="{9DE683BA-63F3-87EC-DCCC-7DC483F00150}"/>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32486833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Line Title with Subtitle">
    <p:spTree>
      <p:nvGrpSpPr>
        <p:cNvPr id="1" name=""/>
        <p:cNvGrpSpPr/>
        <p:nvPr/>
      </p:nvGrpSpPr>
      <p:grpSpPr>
        <a:xfrm>
          <a:off x="0" y="0"/>
          <a:ext cx="0" cy="0"/>
          <a:chOff x="0" y="0"/>
          <a:chExt cx="0" cy="0"/>
        </a:xfrm>
      </p:grpSpPr>
      <p:sp>
        <p:nvSpPr>
          <p:cNvPr id="2" name="Text Placeholder 41">
            <a:extLst>
              <a:ext uri="{FF2B5EF4-FFF2-40B4-BE49-F238E27FC236}">
                <a16:creationId xmlns:a16="http://schemas.microsoft.com/office/drawing/2014/main" id="{8E5E4937-0031-FCD3-B312-DA132FFC788E}"/>
              </a:ext>
            </a:extLst>
          </p:cNvPr>
          <p:cNvSpPr>
            <a:spLocks noGrp="1"/>
          </p:cNvSpPr>
          <p:nvPr>
            <p:ph type="body" sz="quarter" idx="38" hasCustomPrompt="1"/>
          </p:nvPr>
        </p:nvSpPr>
        <p:spPr>
          <a:xfrm>
            <a:off x="419100" y="1556580"/>
            <a:ext cx="11353800"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4" name="Title 10">
            <a:extLst>
              <a:ext uri="{FF2B5EF4-FFF2-40B4-BE49-F238E27FC236}">
                <a16:creationId xmlns:a16="http://schemas.microsoft.com/office/drawing/2014/main" id="{367B2CEA-7DBB-F6F4-3C6B-8903C4E36D1A}"/>
              </a:ext>
            </a:extLst>
          </p:cNvPr>
          <p:cNvSpPr>
            <a:spLocks noGrp="1"/>
          </p:cNvSpPr>
          <p:nvPr>
            <p:ph type="title" hasCustomPrompt="1"/>
          </p:nvPr>
        </p:nvSpPr>
        <p:spPr>
          <a:xfrm>
            <a:off x="419100" y="423668"/>
            <a:ext cx="11353800" cy="997196"/>
          </a:xfrm>
        </p:spPr>
        <p:txBody>
          <a:bodyPr>
            <a:noAutofit/>
          </a:bodyPr>
          <a:lstStyle/>
          <a:p>
            <a:r>
              <a:rPr lang="en-US"/>
              <a:t>Click to add title</a:t>
            </a:r>
          </a:p>
        </p:txBody>
      </p:sp>
      <p:sp>
        <p:nvSpPr>
          <p:cNvPr id="6" name="Slide Number Placeholder 14">
            <a:extLst>
              <a:ext uri="{FF2B5EF4-FFF2-40B4-BE49-F238E27FC236}">
                <a16:creationId xmlns:a16="http://schemas.microsoft.com/office/drawing/2014/main" id="{681545A2-8312-9D0F-D45F-7B0597E4C06C}"/>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
        <p:nvSpPr>
          <p:cNvPr id="7" name="Text Placeholder 18">
            <a:extLst>
              <a:ext uri="{FF2B5EF4-FFF2-40B4-BE49-F238E27FC236}">
                <a16:creationId xmlns:a16="http://schemas.microsoft.com/office/drawing/2014/main" id="{233B5657-6165-CBCA-BB0F-A5EB97A95EB9}"/>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17065226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00491938-8658-5A91-7EF7-5B2A259BF4B7}"/>
              </a:ext>
            </a:extLst>
          </p:cNvPr>
          <p:cNvSpPr>
            <a:spLocks noGrp="1"/>
          </p:cNvSpPr>
          <p:nvPr>
            <p:ph sz="quarter" idx="51" hasCustomPrompt="1"/>
          </p:nvPr>
        </p:nvSpPr>
        <p:spPr>
          <a:xfrm>
            <a:off x="419100" y="1638300"/>
            <a:ext cx="11353800" cy="426085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A9A11B8C-5745-7A55-0C7E-E6EABC1B2A78}"/>
              </a:ext>
            </a:extLst>
          </p:cNvPr>
          <p:cNvSpPr>
            <a:spLocks noGrp="1"/>
          </p:cNvSpPr>
          <p:nvPr>
            <p:ph type="title" hasCustomPrompt="1"/>
          </p:nvPr>
        </p:nvSpPr>
        <p:spPr/>
        <p:txBody>
          <a:bodyPr/>
          <a:lstStyle/>
          <a:p>
            <a:r>
              <a:rPr lang="en-US"/>
              <a:t>Click to add title</a:t>
            </a:r>
          </a:p>
        </p:txBody>
      </p:sp>
      <p:sp>
        <p:nvSpPr>
          <p:cNvPr id="2" name="Text Placeholder 18">
            <a:extLst>
              <a:ext uri="{FF2B5EF4-FFF2-40B4-BE49-F238E27FC236}">
                <a16:creationId xmlns:a16="http://schemas.microsoft.com/office/drawing/2014/main" id="{38571DE7-430B-54C2-21DF-9BE616C03F84}"/>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5" name="Slide Number Placeholder 14">
            <a:extLst>
              <a:ext uri="{FF2B5EF4-FFF2-40B4-BE49-F238E27FC236}">
                <a16:creationId xmlns:a16="http://schemas.microsoft.com/office/drawing/2014/main" id="{99C5A11F-ACCA-887B-FDC1-CFDC6D5CD672}"/>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Tree>
    <p:extLst>
      <p:ext uri="{BB962C8B-B14F-4D97-AF65-F5344CB8AC3E}">
        <p14:creationId xmlns:p14="http://schemas.microsoft.com/office/powerpoint/2010/main" val="36332573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3" name="Text Placeholder 41">
            <a:extLst>
              <a:ext uri="{FF2B5EF4-FFF2-40B4-BE49-F238E27FC236}">
                <a16:creationId xmlns:a16="http://schemas.microsoft.com/office/drawing/2014/main" id="{63F5566E-6859-B588-7D8B-C53611F650ED}"/>
              </a:ext>
            </a:extLst>
          </p:cNvPr>
          <p:cNvSpPr>
            <a:spLocks noGrp="1"/>
          </p:cNvSpPr>
          <p:nvPr>
            <p:ph type="body" sz="quarter" idx="38" hasCustomPrompt="1"/>
          </p:nvPr>
        </p:nvSpPr>
        <p:spPr>
          <a:xfrm>
            <a:off x="419100" y="1057982"/>
            <a:ext cx="11353800"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22" name="Content Placeholder 21">
            <a:extLst>
              <a:ext uri="{FF2B5EF4-FFF2-40B4-BE49-F238E27FC236}">
                <a16:creationId xmlns:a16="http://schemas.microsoft.com/office/drawing/2014/main" id="{00491938-8658-5A91-7EF7-5B2A259BF4B7}"/>
              </a:ext>
            </a:extLst>
          </p:cNvPr>
          <p:cNvSpPr>
            <a:spLocks noGrp="1"/>
          </p:cNvSpPr>
          <p:nvPr>
            <p:ph sz="quarter" idx="51" hasCustomPrompt="1"/>
          </p:nvPr>
        </p:nvSpPr>
        <p:spPr>
          <a:xfrm>
            <a:off x="419100" y="1638300"/>
            <a:ext cx="11353800" cy="426085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5E14300-0770-415F-F621-7F498BD3B3FF}"/>
              </a:ext>
            </a:extLst>
          </p:cNvPr>
          <p:cNvSpPr>
            <a:spLocks noGrp="1"/>
          </p:cNvSpPr>
          <p:nvPr>
            <p:ph type="title" hasCustomPrompt="1"/>
          </p:nvPr>
        </p:nvSpPr>
        <p:spPr>
          <a:xfrm>
            <a:off x="419100" y="423668"/>
            <a:ext cx="11353800" cy="498598"/>
          </a:xfrm>
        </p:spPr>
        <p:txBody>
          <a:bodyPr>
            <a:noAutofit/>
          </a:bodyPr>
          <a:lstStyle/>
          <a:p>
            <a:r>
              <a:rPr lang="en-US"/>
              <a:t>Click to add title</a:t>
            </a:r>
          </a:p>
        </p:txBody>
      </p:sp>
      <p:sp>
        <p:nvSpPr>
          <p:cNvPr id="4" name="Text Placeholder 18">
            <a:extLst>
              <a:ext uri="{FF2B5EF4-FFF2-40B4-BE49-F238E27FC236}">
                <a16:creationId xmlns:a16="http://schemas.microsoft.com/office/drawing/2014/main" id="{CD0082A0-1ED7-EB75-2957-BA13B9DA4821}"/>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5" name="Slide Number Placeholder 14">
            <a:extLst>
              <a:ext uri="{FF2B5EF4-FFF2-40B4-BE49-F238E27FC236}">
                <a16:creationId xmlns:a16="http://schemas.microsoft.com/office/drawing/2014/main" id="{8A4D718C-05CC-F103-52CA-41C6AFCECC2B}"/>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Tree>
    <p:extLst>
      <p:ext uri="{BB962C8B-B14F-4D97-AF65-F5344CB8AC3E}">
        <p14:creationId xmlns:p14="http://schemas.microsoft.com/office/powerpoint/2010/main" val="140799359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2-Column Content">
    <p:spTree>
      <p:nvGrpSpPr>
        <p:cNvPr id="1" name=""/>
        <p:cNvGrpSpPr/>
        <p:nvPr/>
      </p:nvGrpSpPr>
      <p:grpSpPr>
        <a:xfrm>
          <a:off x="0" y="0"/>
          <a:ext cx="0" cy="0"/>
          <a:chOff x="0" y="0"/>
          <a:chExt cx="0" cy="0"/>
        </a:xfrm>
      </p:grpSpPr>
      <p:sp>
        <p:nvSpPr>
          <p:cNvPr id="13" name="Text Placeholder 41">
            <a:extLst>
              <a:ext uri="{FF2B5EF4-FFF2-40B4-BE49-F238E27FC236}">
                <a16:creationId xmlns:a16="http://schemas.microsoft.com/office/drawing/2014/main" id="{63F5566E-6859-B588-7D8B-C53611F650ED}"/>
              </a:ext>
            </a:extLst>
          </p:cNvPr>
          <p:cNvSpPr>
            <a:spLocks noGrp="1"/>
          </p:cNvSpPr>
          <p:nvPr>
            <p:ph type="body" sz="quarter" idx="38" hasCustomPrompt="1"/>
          </p:nvPr>
        </p:nvSpPr>
        <p:spPr>
          <a:xfrm>
            <a:off x="419100" y="1057982"/>
            <a:ext cx="11353800"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22" name="Content Placeholder 21">
            <a:extLst>
              <a:ext uri="{FF2B5EF4-FFF2-40B4-BE49-F238E27FC236}">
                <a16:creationId xmlns:a16="http://schemas.microsoft.com/office/drawing/2014/main" id="{00491938-8658-5A91-7EF7-5B2A259BF4B7}"/>
              </a:ext>
            </a:extLst>
          </p:cNvPr>
          <p:cNvSpPr>
            <a:spLocks noGrp="1"/>
          </p:cNvSpPr>
          <p:nvPr>
            <p:ph sz="quarter" idx="51" hasCustomPrompt="1"/>
          </p:nvPr>
        </p:nvSpPr>
        <p:spPr>
          <a:xfrm>
            <a:off x="419100" y="1638300"/>
            <a:ext cx="5488214" cy="426085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Content Placeholder 21">
            <a:extLst>
              <a:ext uri="{FF2B5EF4-FFF2-40B4-BE49-F238E27FC236}">
                <a16:creationId xmlns:a16="http://schemas.microsoft.com/office/drawing/2014/main" id="{91E3321A-E57A-DBAD-0012-16F1193165E7}"/>
              </a:ext>
            </a:extLst>
          </p:cNvPr>
          <p:cNvSpPr>
            <a:spLocks noGrp="1"/>
          </p:cNvSpPr>
          <p:nvPr>
            <p:ph sz="quarter" idx="52" hasCustomPrompt="1"/>
          </p:nvPr>
        </p:nvSpPr>
        <p:spPr>
          <a:xfrm>
            <a:off x="6284686" y="1638300"/>
            <a:ext cx="5488214" cy="426085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B3BCF588-ADAC-038E-EE60-70FEFFA7CD22}"/>
              </a:ext>
            </a:extLst>
          </p:cNvPr>
          <p:cNvSpPr>
            <a:spLocks noGrp="1"/>
          </p:cNvSpPr>
          <p:nvPr>
            <p:ph type="title" hasCustomPrompt="1"/>
          </p:nvPr>
        </p:nvSpPr>
        <p:spPr>
          <a:xfrm>
            <a:off x="419100" y="423668"/>
            <a:ext cx="11353800" cy="498598"/>
          </a:xfrm>
        </p:spPr>
        <p:txBody>
          <a:bodyPr>
            <a:noAutofit/>
          </a:bodyPr>
          <a:lstStyle/>
          <a:p>
            <a:r>
              <a:rPr lang="en-US"/>
              <a:t>Click to add title</a:t>
            </a:r>
          </a:p>
        </p:txBody>
      </p:sp>
      <p:sp>
        <p:nvSpPr>
          <p:cNvPr id="5" name="Text Placeholder 18">
            <a:extLst>
              <a:ext uri="{FF2B5EF4-FFF2-40B4-BE49-F238E27FC236}">
                <a16:creationId xmlns:a16="http://schemas.microsoft.com/office/drawing/2014/main" id="{4B539815-9426-6258-2B7B-33AA4CD6D64F}"/>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6" name="Slide Number Placeholder 14">
            <a:extLst>
              <a:ext uri="{FF2B5EF4-FFF2-40B4-BE49-F238E27FC236}">
                <a16:creationId xmlns:a16="http://schemas.microsoft.com/office/drawing/2014/main" id="{51EC96DB-91E1-9A5C-5F07-42906DA3F15C}"/>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Tree>
    <p:extLst>
      <p:ext uri="{BB962C8B-B14F-4D97-AF65-F5344CB8AC3E}">
        <p14:creationId xmlns:p14="http://schemas.microsoft.com/office/powerpoint/2010/main" val="76832559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Image Slid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9F70A8E-8BFE-5D65-E9BB-2F8360BA74DA}"/>
              </a:ext>
            </a:extLst>
          </p:cNvPr>
          <p:cNvSpPr>
            <a:spLocks noGrp="1"/>
          </p:cNvSpPr>
          <p:nvPr>
            <p:ph type="pic" sz="quarter" idx="14"/>
          </p:nvPr>
        </p:nvSpPr>
        <p:spPr>
          <a:xfrm>
            <a:off x="0" y="0"/>
            <a:ext cx="12192000" cy="5622104"/>
          </a:xfrm>
          <a:custGeom>
            <a:avLst/>
            <a:gdLst>
              <a:gd name="connsiteX0" fmla="*/ 0 w 12192000"/>
              <a:gd name="connsiteY0" fmla="*/ 0 h 5622104"/>
              <a:gd name="connsiteX1" fmla="*/ 12192000 w 12192000"/>
              <a:gd name="connsiteY1" fmla="*/ 0 h 5622104"/>
              <a:gd name="connsiteX2" fmla="*/ 12192000 w 12192000"/>
              <a:gd name="connsiteY2" fmla="*/ 5622104 h 5622104"/>
              <a:gd name="connsiteX3" fmla="*/ 11914338 w 12192000"/>
              <a:gd name="connsiteY3" fmla="*/ 5344442 h 5622104"/>
              <a:gd name="connsiteX4" fmla="*/ 0 w 12192000"/>
              <a:gd name="connsiteY4" fmla="*/ 5344442 h 5622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622104">
                <a:moveTo>
                  <a:pt x="0" y="0"/>
                </a:moveTo>
                <a:lnTo>
                  <a:pt x="12192000" y="0"/>
                </a:lnTo>
                <a:lnTo>
                  <a:pt x="12192000" y="5622104"/>
                </a:lnTo>
                <a:cubicBezTo>
                  <a:pt x="12192000" y="5468756"/>
                  <a:pt x="12067686" y="5344442"/>
                  <a:pt x="11914338" y="5344442"/>
                </a:cubicBezTo>
                <a:lnTo>
                  <a:pt x="0" y="5344442"/>
                </a:lnTo>
                <a:close/>
              </a:path>
            </a:pathLst>
          </a:custGeom>
        </p:spPr>
        <p:txBody>
          <a:bodyPr wrap="square">
            <a:noAutofit/>
          </a:bodyPr>
          <a:lstStyle>
            <a:lvl1pPr>
              <a:defRPr b="0" i="0">
                <a:latin typeface="Artifakt Element" panose="020B0503050000020004" pitchFamily="34" charset="77"/>
              </a:defRPr>
            </a:lvl1pPr>
          </a:lstStyle>
          <a:p>
            <a:endParaRPr lang="en-US"/>
          </a:p>
        </p:txBody>
      </p:sp>
      <p:sp>
        <p:nvSpPr>
          <p:cNvPr id="7" name="Text Placeholder 8">
            <a:extLst>
              <a:ext uri="{FF2B5EF4-FFF2-40B4-BE49-F238E27FC236}">
                <a16:creationId xmlns:a16="http://schemas.microsoft.com/office/drawing/2014/main" id="{B38DA7F9-8244-348D-EE70-4818DE803A21}"/>
              </a:ext>
            </a:extLst>
          </p:cNvPr>
          <p:cNvSpPr>
            <a:spLocks noGrp="1"/>
          </p:cNvSpPr>
          <p:nvPr>
            <p:ph type="body" sz="quarter" idx="18" hasCustomPrompt="1"/>
          </p:nvPr>
        </p:nvSpPr>
        <p:spPr>
          <a:xfrm>
            <a:off x="419100" y="4664075"/>
            <a:ext cx="6096000" cy="479425"/>
          </a:xfrm>
          <a:prstGeom prst="rect">
            <a:avLst/>
          </a:prstGeom>
        </p:spPr>
        <p:txBody>
          <a:bodyPr lIns="0" tIns="0" rIns="0" bIns="0" anchor="b">
            <a:noAutofit/>
          </a:bodyPr>
          <a:lstStyle>
            <a:lvl1pPr marL="0" indent="0">
              <a:spcBef>
                <a:spcPts val="0"/>
              </a:spcBef>
              <a:spcAft>
                <a:spcPts val="0"/>
              </a:spcAft>
              <a:buNone/>
              <a:defRPr sz="600" b="0" i="0">
                <a:solidFill>
                  <a:schemeClr val="bg2"/>
                </a:solidFill>
                <a:latin typeface="Artifakt Element" panose="020B0503050000020004" pitchFamily="34" charset="77"/>
              </a:defRPr>
            </a:lvl1pPr>
            <a:lvl2pPr>
              <a:defRPr sz="1000">
                <a:solidFill>
                  <a:schemeClr val="bg2"/>
                </a:solidFill>
              </a:defRPr>
            </a:lvl2pPr>
            <a:lvl3pPr>
              <a:defRPr sz="1000">
                <a:solidFill>
                  <a:schemeClr val="bg2"/>
                </a:solidFill>
              </a:defRPr>
            </a:lvl3pPr>
            <a:lvl4pPr>
              <a:defRPr sz="1000">
                <a:solidFill>
                  <a:schemeClr val="bg2"/>
                </a:solidFill>
              </a:defRPr>
            </a:lvl4pPr>
            <a:lvl5pPr>
              <a:defRPr sz="1000">
                <a:solidFill>
                  <a:schemeClr val="bg2"/>
                </a:solidFill>
              </a:defRPr>
            </a:lvl5pPr>
          </a:lstStyle>
          <a:p>
            <a:r>
              <a:rPr lang="en-US"/>
              <a:t>Image courtesy of [Name]</a:t>
            </a:r>
          </a:p>
        </p:txBody>
      </p:sp>
      <p:sp>
        <p:nvSpPr>
          <p:cNvPr id="11" name="Text Placeholder 9">
            <a:extLst>
              <a:ext uri="{FF2B5EF4-FFF2-40B4-BE49-F238E27FC236}">
                <a16:creationId xmlns:a16="http://schemas.microsoft.com/office/drawing/2014/main" id="{CCF22175-A583-EE0E-D0F4-51D5C8045CE0}"/>
              </a:ext>
            </a:extLst>
          </p:cNvPr>
          <p:cNvSpPr>
            <a:spLocks noGrp="1"/>
          </p:cNvSpPr>
          <p:nvPr>
            <p:ph type="body" sz="quarter" idx="11" hasCustomPrompt="1"/>
          </p:nvPr>
        </p:nvSpPr>
        <p:spPr>
          <a:xfrm>
            <a:off x="419100" y="5344441"/>
            <a:ext cx="11329987" cy="1056360"/>
          </a:xfrm>
          <a:prstGeom prst="rect">
            <a:avLst/>
          </a:prstGeom>
        </p:spPr>
        <p:txBody>
          <a:bodyPr lIns="0" tIns="0" rIns="0" bIns="0" numCol="1" anchor="b">
            <a:noAutofit/>
          </a:bodyPr>
          <a:lstStyle>
            <a:lvl1pPr marL="0" indent="0">
              <a:spcBef>
                <a:spcPts val="0"/>
              </a:spcBef>
              <a:spcAft>
                <a:spcPts val="0"/>
              </a:spcAft>
              <a:buSzPct val="80000"/>
              <a:buFont typeface="Arial" panose="020B0604020202020204" pitchFamily="34" charset="0"/>
              <a:buNone/>
              <a:tabLst/>
              <a:defRPr sz="3600" b="1">
                <a:latin typeface="+mj-lt"/>
              </a:defRPr>
            </a:lvl1pPr>
          </a:lstStyle>
          <a:p>
            <a:pPr lvl="0"/>
            <a:r>
              <a:rPr lang="en-US"/>
              <a:t>Click to add title</a:t>
            </a:r>
          </a:p>
        </p:txBody>
      </p:sp>
    </p:spTree>
    <p:extLst>
      <p:ext uri="{BB962C8B-B14F-4D97-AF65-F5344CB8AC3E}">
        <p14:creationId xmlns:p14="http://schemas.microsoft.com/office/powerpoint/2010/main" val="226791590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Image">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312BA560-7597-B0B7-18F0-31F89EC0D281}"/>
              </a:ext>
            </a:extLst>
          </p:cNvPr>
          <p:cNvSpPr>
            <a:spLocks noGrp="1"/>
          </p:cNvSpPr>
          <p:nvPr>
            <p:ph type="title" hasCustomPrompt="1"/>
          </p:nvPr>
        </p:nvSpPr>
        <p:spPr>
          <a:xfrm>
            <a:off x="419100" y="423668"/>
            <a:ext cx="8128000" cy="1196782"/>
          </a:xfrm>
        </p:spPr>
        <p:txBody>
          <a:bodyPr/>
          <a:lstStyle/>
          <a:p>
            <a:r>
              <a:rPr lang="en-US"/>
              <a:t>Click to add title</a:t>
            </a:r>
          </a:p>
        </p:txBody>
      </p:sp>
      <p:sp>
        <p:nvSpPr>
          <p:cNvPr id="11" name="Content Placeholder 21">
            <a:extLst>
              <a:ext uri="{FF2B5EF4-FFF2-40B4-BE49-F238E27FC236}">
                <a16:creationId xmlns:a16="http://schemas.microsoft.com/office/drawing/2014/main" id="{E84F3627-E057-C567-6607-7FB84815A2A3}"/>
              </a:ext>
            </a:extLst>
          </p:cNvPr>
          <p:cNvSpPr>
            <a:spLocks noGrp="1"/>
          </p:cNvSpPr>
          <p:nvPr>
            <p:ph sz="quarter" idx="51" hasCustomPrompt="1"/>
          </p:nvPr>
        </p:nvSpPr>
        <p:spPr>
          <a:xfrm>
            <a:off x="419100" y="1638300"/>
            <a:ext cx="8128000" cy="426085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Picture Placeholder 1">
            <a:extLst>
              <a:ext uri="{FF2B5EF4-FFF2-40B4-BE49-F238E27FC236}">
                <a16:creationId xmlns:a16="http://schemas.microsoft.com/office/drawing/2014/main" id="{AB07379A-0083-2D8A-A4A5-057832D1FC26}"/>
              </a:ext>
            </a:extLst>
          </p:cNvPr>
          <p:cNvSpPr>
            <a:spLocks noGrp="1"/>
          </p:cNvSpPr>
          <p:nvPr>
            <p:ph type="pic" sz="quarter" idx="52"/>
          </p:nvPr>
        </p:nvSpPr>
        <p:spPr>
          <a:xfrm>
            <a:off x="8953500" y="0"/>
            <a:ext cx="3238500" cy="6858000"/>
          </a:xfrm>
          <a:custGeom>
            <a:avLst/>
            <a:gdLst>
              <a:gd name="connsiteX0" fmla="*/ 177800 w 3048000"/>
              <a:gd name="connsiteY0" fmla="*/ 0 h 6858000"/>
              <a:gd name="connsiteX1" fmla="*/ 3048000 w 3048000"/>
              <a:gd name="connsiteY1" fmla="*/ 0 h 6858000"/>
              <a:gd name="connsiteX2" fmla="*/ 3048000 w 3048000"/>
              <a:gd name="connsiteY2" fmla="*/ 6858000 h 6858000"/>
              <a:gd name="connsiteX3" fmla="*/ 0 w 3048000"/>
              <a:gd name="connsiteY3" fmla="*/ 6858000 h 6858000"/>
              <a:gd name="connsiteX4" fmla="*/ 0 w 3048000"/>
              <a:gd name="connsiteY4" fmla="*/ 6856718 h 6858000"/>
              <a:gd name="connsiteX5" fmla="*/ 25680 w 3048000"/>
              <a:gd name="connsiteY5" fmla="*/ 6854130 h 6858000"/>
              <a:gd name="connsiteX6" fmla="*/ 177800 w 3048000"/>
              <a:gd name="connsiteY6" fmla="*/ 66674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6858000">
                <a:moveTo>
                  <a:pt x="177800" y="0"/>
                </a:moveTo>
                <a:lnTo>
                  <a:pt x="3048000" y="0"/>
                </a:lnTo>
                <a:lnTo>
                  <a:pt x="3048000" y="6858000"/>
                </a:lnTo>
                <a:lnTo>
                  <a:pt x="0" y="6858000"/>
                </a:lnTo>
                <a:lnTo>
                  <a:pt x="0" y="6856718"/>
                </a:lnTo>
                <a:lnTo>
                  <a:pt x="25680" y="6854130"/>
                </a:lnTo>
                <a:cubicBezTo>
                  <a:pt x="112495" y="6836365"/>
                  <a:pt x="177800" y="6759552"/>
                  <a:pt x="177800" y="6667485"/>
                </a:cubicBezTo>
                <a:close/>
              </a:path>
            </a:pathLst>
          </a:custGeom>
        </p:spPr>
        <p:txBody>
          <a:bodyPr wrap="square">
            <a:noAutofit/>
          </a:bodyPr>
          <a:lstStyle>
            <a:lvl1pPr>
              <a:defRPr b="0" i="0">
                <a:latin typeface="Artifakt Element" panose="020B0503050000020004" pitchFamily="34" charset="77"/>
              </a:defRPr>
            </a:lvl1pPr>
          </a:lstStyle>
          <a:p>
            <a:endParaRPr lang="en-US"/>
          </a:p>
        </p:txBody>
      </p:sp>
      <p:sp>
        <p:nvSpPr>
          <p:cNvPr id="3" name="Text Placeholder 18">
            <a:extLst>
              <a:ext uri="{FF2B5EF4-FFF2-40B4-BE49-F238E27FC236}">
                <a16:creationId xmlns:a16="http://schemas.microsoft.com/office/drawing/2014/main" id="{741F4929-EF9F-28DC-41DD-34BCDBBB808D}"/>
              </a:ext>
            </a:extLst>
          </p:cNvPr>
          <p:cNvSpPr>
            <a:spLocks noGrp="1"/>
          </p:cNvSpPr>
          <p:nvPr>
            <p:ph type="body" sz="quarter" idx="28" hasCustomPrompt="1"/>
          </p:nvPr>
        </p:nvSpPr>
        <p:spPr>
          <a:xfrm>
            <a:off x="419100" y="6421359"/>
            <a:ext cx="8104187"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5" name="Text Placeholder 35">
            <a:extLst>
              <a:ext uri="{FF2B5EF4-FFF2-40B4-BE49-F238E27FC236}">
                <a16:creationId xmlns:a16="http://schemas.microsoft.com/office/drawing/2014/main" id="{729C014B-7CE9-452F-96B2-7FAB615B8C34}"/>
              </a:ext>
            </a:extLst>
          </p:cNvPr>
          <p:cNvSpPr>
            <a:spLocks noGrp="1"/>
          </p:cNvSpPr>
          <p:nvPr>
            <p:ph type="body" sz="quarter" idx="30" hasCustomPrompt="1"/>
          </p:nvPr>
        </p:nvSpPr>
        <p:spPr>
          <a:xfrm>
            <a:off x="9372600" y="6553200"/>
            <a:ext cx="2400300"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292543567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2-Column Content, Image">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312BA560-7597-B0B7-18F0-31F89EC0D281}"/>
              </a:ext>
            </a:extLst>
          </p:cNvPr>
          <p:cNvSpPr>
            <a:spLocks noGrp="1"/>
          </p:cNvSpPr>
          <p:nvPr>
            <p:ph type="title" hasCustomPrompt="1"/>
          </p:nvPr>
        </p:nvSpPr>
        <p:spPr>
          <a:xfrm>
            <a:off x="419100" y="423668"/>
            <a:ext cx="8128000" cy="1196782"/>
          </a:xfrm>
        </p:spPr>
        <p:txBody>
          <a:bodyPr/>
          <a:lstStyle/>
          <a:p>
            <a:r>
              <a:rPr lang="en-US"/>
              <a:t>Click to add title</a:t>
            </a:r>
          </a:p>
        </p:txBody>
      </p:sp>
      <p:sp>
        <p:nvSpPr>
          <p:cNvPr id="11" name="Content Placeholder 21">
            <a:extLst>
              <a:ext uri="{FF2B5EF4-FFF2-40B4-BE49-F238E27FC236}">
                <a16:creationId xmlns:a16="http://schemas.microsoft.com/office/drawing/2014/main" id="{E84F3627-E057-C567-6607-7FB84815A2A3}"/>
              </a:ext>
            </a:extLst>
          </p:cNvPr>
          <p:cNvSpPr>
            <a:spLocks noGrp="1"/>
          </p:cNvSpPr>
          <p:nvPr>
            <p:ph sz="quarter" idx="51" hasCustomPrompt="1"/>
          </p:nvPr>
        </p:nvSpPr>
        <p:spPr>
          <a:xfrm>
            <a:off x="419100" y="1638300"/>
            <a:ext cx="3862614" cy="426085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Content Placeholder 21">
            <a:extLst>
              <a:ext uri="{FF2B5EF4-FFF2-40B4-BE49-F238E27FC236}">
                <a16:creationId xmlns:a16="http://schemas.microsoft.com/office/drawing/2014/main" id="{AD4553C4-E1FC-6E18-9471-DB8AA0E6066F}"/>
              </a:ext>
            </a:extLst>
          </p:cNvPr>
          <p:cNvSpPr>
            <a:spLocks noGrp="1"/>
          </p:cNvSpPr>
          <p:nvPr>
            <p:ph sz="quarter" idx="52" hasCustomPrompt="1"/>
          </p:nvPr>
        </p:nvSpPr>
        <p:spPr>
          <a:xfrm>
            <a:off x="4684486" y="1638300"/>
            <a:ext cx="3862614" cy="426085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5D800556-6CEC-424F-464B-4423B895140D}"/>
              </a:ext>
            </a:extLst>
          </p:cNvPr>
          <p:cNvSpPr>
            <a:spLocks noGrp="1"/>
          </p:cNvSpPr>
          <p:nvPr>
            <p:ph type="pic" sz="quarter" idx="53"/>
          </p:nvPr>
        </p:nvSpPr>
        <p:spPr>
          <a:xfrm>
            <a:off x="8953500" y="0"/>
            <a:ext cx="3238500" cy="6858000"/>
          </a:xfrm>
          <a:custGeom>
            <a:avLst/>
            <a:gdLst>
              <a:gd name="connsiteX0" fmla="*/ 177800 w 3048000"/>
              <a:gd name="connsiteY0" fmla="*/ 0 h 6858000"/>
              <a:gd name="connsiteX1" fmla="*/ 3048000 w 3048000"/>
              <a:gd name="connsiteY1" fmla="*/ 0 h 6858000"/>
              <a:gd name="connsiteX2" fmla="*/ 3048000 w 3048000"/>
              <a:gd name="connsiteY2" fmla="*/ 6858000 h 6858000"/>
              <a:gd name="connsiteX3" fmla="*/ 0 w 3048000"/>
              <a:gd name="connsiteY3" fmla="*/ 6858000 h 6858000"/>
              <a:gd name="connsiteX4" fmla="*/ 0 w 3048000"/>
              <a:gd name="connsiteY4" fmla="*/ 6856718 h 6858000"/>
              <a:gd name="connsiteX5" fmla="*/ 25680 w 3048000"/>
              <a:gd name="connsiteY5" fmla="*/ 6854130 h 6858000"/>
              <a:gd name="connsiteX6" fmla="*/ 177800 w 3048000"/>
              <a:gd name="connsiteY6" fmla="*/ 66674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6858000">
                <a:moveTo>
                  <a:pt x="177800" y="0"/>
                </a:moveTo>
                <a:lnTo>
                  <a:pt x="3048000" y="0"/>
                </a:lnTo>
                <a:lnTo>
                  <a:pt x="3048000" y="6858000"/>
                </a:lnTo>
                <a:lnTo>
                  <a:pt x="0" y="6858000"/>
                </a:lnTo>
                <a:lnTo>
                  <a:pt x="0" y="6856718"/>
                </a:lnTo>
                <a:lnTo>
                  <a:pt x="25680" y="6854130"/>
                </a:lnTo>
                <a:cubicBezTo>
                  <a:pt x="112495" y="6836365"/>
                  <a:pt x="177800" y="6759552"/>
                  <a:pt x="177800" y="6667485"/>
                </a:cubicBezTo>
                <a:close/>
              </a:path>
            </a:pathLst>
          </a:custGeom>
        </p:spPr>
        <p:txBody>
          <a:bodyPr wrap="square">
            <a:noAutofit/>
          </a:bodyPr>
          <a:lstStyle>
            <a:lvl1pPr>
              <a:defRPr b="0" i="0">
                <a:latin typeface="Artifakt Element" panose="020B0503050000020004" pitchFamily="34" charset="77"/>
              </a:defRPr>
            </a:lvl1pPr>
          </a:lstStyle>
          <a:p>
            <a:endParaRPr lang="en-US"/>
          </a:p>
        </p:txBody>
      </p:sp>
      <p:sp>
        <p:nvSpPr>
          <p:cNvPr id="3" name="Text Placeholder 18">
            <a:extLst>
              <a:ext uri="{FF2B5EF4-FFF2-40B4-BE49-F238E27FC236}">
                <a16:creationId xmlns:a16="http://schemas.microsoft.com/office/drawing/2014/main" id="{1B283CA5-3916-A78B-185A-AEE4BBF2614C}"/>
              </a:ext>
            </a:extLst>
          </p:cNvPr>
          <p:cNvSpPr>
            <a:spLocks noGrp="1"/>
          </p:cNvSpPr>
          <p:nvPr>
            <p:ph type="body" sz="quarter" idx="28" hasCustomPrompt="1"/>
          </p:nvPr>
        </p:nvSpPr>
        <p:spPr>
          <a:xfrm>
            <a:off x="419100" y="6421359"/>
            <a:ext cx="8104187"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4" name="Text Placeholder 35">
            <a:extLst>
              <a:ext uri="{FF2B5EF4-FFF2-40B4-BE49-F238E27FC236}">
                <a16:creationId xmlns:a16="http://schemas.microsoft.com/office/drawing/2014/main" id="{76757596-1ED2-6D02-3058-13E9BA2BAB8B}"/>
              </a:ext>
            </a:extLst>
          </p:cNvPr>
          <p:cNvSpPr>
            <a:spLocks noGrp="1"/>
          </p:cNvSpPr>
          <p:nvPr>
            <p:ph type="body" sz="quarter" idx="30" hasCustomPrompt="1"/>
          </p:nvPr>
        </p:nvSpPr>
        <p:spPr>
          <a:xfrm>
            <a:off x="9372600" y="6553200"/>
            <a:ext cx="2400300"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68899641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Sided Content + Images">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CA0E3BC-8762-E2CB-CDE6-AAF5EFCECFF7}"/>
              </a:ext>
            </a:extLst>
          </p:cNvPr>
          <p:cNvSpPr/>
          <p:nvPr userDrawn="1"/>
        </p:nvSpPr>
        <p:spPr>
          <a:xfrm>
            <a:off x="9109722" y="1059"/>
            <a:ext cx="3094037" cy="342794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0" i="0">
              <a:latin typeface="Artifakt Element" panose="020B0503050000020004" pitchFamily="34" charset="77"/>
            </a:endParaRPr>
          </a:p>
        </p:txBody>
      </p:sp>
      <p:sp>
        <p:nvSpPr>
          <p:cNvPr id="26" name="Text Placeholder 41">
            <a:extLst>
              <a:ext uri="{FF2B5EF4-FFF2-40B4-BE49-F238E27FC236}">
                <a16:creationId xmlns:a16="http://schemas.microsoft.com/office/drawing/2014/main" id="{76A92A9C-B4C1-95DD-CB48-15E57AA277F8}"/>
              </a:ext>
            </a:extLst>
          </p:cNvPr>
          <p:cNvSpPr>
            <a:spLocks noGrp="1"/>
          </p:cNvSpPr>
          <p:nvPr>
            <p:ph type="body" sz="quarter" idx="38" hasCustomPrompt="1"/>
          </p:nvPr>
        </p:nvSpPr>
        <p:spPr>
          <a:xfrm>
            <a:off x="419100" y="1556580"/>
            <a:ext cx="5271725"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42" name="Picture Placeholder 41">
            <a:extLst>
              <a:ext uri="{FF2B5EF4-FFF2-40B4-BE49-F238E27FC236}">
                <a16:creationId xmlns:a16="http://schemas.microsoft.com/office/drawing/2014/main" id="{0DFB5D10-2785-8DE1-8D7E-FBB8BB5DBD81}"/>
              </a:ext>
            </a:extLst>
          </p:cNvPr>
          <p:cNvSpPr>
            <a:spLocks noGrp="1"/>
          </p:cNvSpPr>
          <p:nvPr>
            <p:ph type="pic" sz="quarter" idx="51"/>
          </p:nvPr>
        </p:nvSpPr>
        <p:spPr>
          <a:xfrm>
            <a:off x="6096000" y="0"/>
            <a:ext cx="3068637" cy="3429000"/>
          </a:xfrm>
          <a:prstGeom prst="rect">
            <a:avLst/>
          </a:prstGeom>
          <a:solidFill>
            <a:schemeClr val="tx1"/>
          </a:solidFill>
        </p:spPr>
        <p:txBody>
          <a:bodyPr/>
          <a:lstStyle>
            <a:lvl1pPr>
              <a:defRPr b="0" i="0">
                <a:latin typeface="Artifakt Element" panose="020B0503050000020004" pitchFamily="34" charset="77"/>
              </a:defRPr>
            </a:lvl1pPr>
          </a:lstStyle>
          <a:p>
            <a:endParaRPr lang="en-US"/>
          </a:p>
        </p:txBody>
      </p:sp>
      <p:sp>
        <p:nvSpPr>
          <p:cNvPr id="6" name="Title 5">
            <a:extLst>
              <a:ext uri="{FF2B5EF4-FFF2-40B4-BE49-F238E27FC236}">
                <a16:creationId xmlns:a16="http://schemas.microsoft.com/office/drawing/2014/main" id="{E7D69307-1AD1-AA51-DFBB-DEDFFACBF17B}"/>
              </a:ext>
            </a:extLst>
          </p:cNvPr>
          <p:cNvSpPr>
            <a:spLocks noGrp="1"/>
          </p:cNvSpPr>
          <p:nvPr>
            <p:ph type="title" hasCustomPrompt="1"/>
          </p:nvPr>
        </p:nvSpPr>
        <p:spPr>
          <a:xfrm>
            <a:off x="419100" y="423668"/>
            <a:ext cx="5271725" cy="963247"/>
          </a:xfrm>
        </p:spPr>
        <p:txBody>
          <a:bodyPr/>
          <a:lstStyle>
            <a:lvl1pPr>
              <a:defRPr/>
            </a:lvl1pPr>
          </a:lstStyle>
          <a:p>
            <a:r>
              <a:rPr lang="en-US"/>
              <a:t>Click to add title</a:t>
            </a:r>
          </a:p>
        </p:txBody>
      </p:sp>
      <p:sp>
        <p:nvSpPr>
          <p:cNvPr id="8" name="Text Placeholder 7">
            <a:extLst>
              <a:ext uri="{FF2B5EF4-FFF2-40B4-BE49-F238E27FC236}">
                <a16:creationId xmlns:a16="http://schemas.microsoft.com/office/drawing/2014/main" id="{E34DA2C6-52E8-C130-AA3E-7DFF8788F60A}"/>
              </a:ext>
            </a:extLst>
          </p:cNvPr>
          <p:cNvSpPr>
            <a:spLocks noGrp="1"/>
          </p:cNvSpPr>
          <p:nvPr>
            <p:ph type="body" sz="quarter" idx="53" hasCustomPrompt="1"/>
          </p:nvPr>
        </p:nvSpPr>
        <p:spPr>
          <a:xfrm>
            <a:off x="9690025" y="1637397"/>
            <a:ext cx="2029968" cy="866515"/>
          </a:xfrm>
          <a:prstGeom prst="rect">
            <a:avLst/>
          </a:prstGeom>
        </p:spPr>
        <p:txBody>
          <a:bodyPr anchor="ctr"/>
          <a:lstStyle>
            <a:lvl1pPr marL="0" indent="0">
              <a:spcBef>
                <a:spcPts val="0"/>
              </a:spcBef>
              <a:spcAft>
                <a:spcPts val="0"/>
              </a:spcAft>
              <a:buNone/>
              <a:defRPr sz="7200" b="1">
                <a:solidFill>
                  <a:schemeClr val="tx1"/>
                </a:solidFill>
                <a:latin typeface="+mj-lt"/>
              </a:defRPr>
            </a:lvl1pPr>
          </a:lstStyle>
          <a:p>
            <a:pPr lvl="0"/>
            <a:r>
              <a:rPr lang="en-US"/>
              <a:t>00%</a:t>
            </a:r>
          </a:p>
        </p:txBody>
      </p:sp>
      <p:sp>
        <p:nvSpPr>
          <p:cNvPr id="3" name="Text Placeholder 2">
            <a:extLst>
              <a:ext uri="{FF2B5EF4-FFF2-40B4-BE49-F238E27FC236}">
                <a16:creationId xmlns:a16="http://schemas.microsoft.com/office/drawing/2014/main" id="{FC8559AA-2694-F0EA-20AB-2397768EA2A2}"/>
              </a:ext>
            </a:extLst>
          </p:cNvPr>
          <p:cNvSpPr>
            <a:spLocks noGrp="1"/>
          </p:cNvSpPr>
          <p:nvPr>
            <p:ph type="body" sz="quarter" idx="56" hasCustomPrompt="1"/>
          </p:nvPr>
        </p:nvSpPr>
        <p:spPr>
          <a:xfrm>
            <a:off x="9690100" y="1034206"/>
            <a:ext cx="2029968" cy="477094"/>
          </a:xfrm>
        </p:spPr>
        <p:txBody>
          <a:bodyPr/>
          <a:lstStyle>
            <a:lvl1pPr marL="0" indent="0">
              <a:spcBef>
                <a:spcPts val="0"/>
              </a:spcBef>
              <a:spcAft>
                <a:spcPts val="0"/>
              </a:spcAft>
              <a:buClr>
                <a:schemeClr val="tx1"/>
              </a:buClr>
              <a:buNone/>
              <a:defRPr sz="1200" b="0" i="0">
                <a:solidFill>
                  <a:schemeClr val="tx1"/>
                </a:solidFill>
                <a:latin typeface="Artifakt Element" panose="020B0503050000020004" pitchFamily="34" charset="77"/>
              </a:defRPr>
            </a:lvl1pPr>
            <a:lvl2pPr marL="228600" indent="0">
              <a:buClr>
                <a:schemeClr val="tx1"/>
              </a:buClr>
              <a:buNone/>
              <a:defRPr sz="1100">
                <a:solidFill>
                  <a:schemeClr val="tx1"/>
                </a:solidFill>
              </a:defRPr>
            </a:lvl2pPr>
            <a:lvl3pPr marL="457200" indent="0">
              <a:buClr>
                <a:schemeClr val="tx1"/>
              </a:buClr>
              <a:buNone/>
              <a:defRPr sz="1050">
                <a:solidFill>
                  <a:schemeClr val="tx1"/>
                </a:solidFill>
              </a:defRPr>
            </a:lvl3pPr>
            <a:lvl4pPr marL="685800" indent="0">
              <a:buClr>
                <a:schemeClr val="tx1"/>
              </a:buClr>
              <a:buNone/>
              <a:defRPr sz="1000">
                <a:solidFill>
                  <a:schemeClr val="tx1"/>
                </a:solidFill>
              </a:defRPr>
            </a:lvl4pPr>
            <a:lvl5pPr marL="914400" indent="0">
              <a:buClr>
                <a:schemeClr val="tx1"/>
              </a:buClr>
              <a:buNone/>
              <a:defRPr sz="1000">
                <a:solidFill>
                  <a:schemeClr val="tx1"/>
                </a:solidFill>
              </a:defRPr>
            </a:lvl5pPr>
          </a:lstStyle>
          <a:p>
            <a:pPr lvl="0"/>
            <a:r>
              <a:rPr lang="en-US"/>
              <a:t>Click to add body copy</a:t>
            </a:r>
          </a:p>
        </p:txBody>
      </p:sp>
      <p:sp>
        <p:nvSpPr>
          <p:cNvPr id="7" name="Text Placeholder 10">
            <a:extLst>
              <a:ext uri="{FF2B5EF4-FFF2-40B4-BE49-F238E27FC236}">
                <a16:creationId xmlns:a16="http://schemas.microsoft.com/office/drawing/2014/main" id="{13131A73-87DD-B027-2198-A8965D3595B7}"/>
              </a:ext>
            </a:extLst>
          </p:cNvPr>
          <p:cNvSpPr>
            <a:spLocks noGrp="1"/>
          </p:cNvSpPr>
          <p:nvPr>
            <p:ph type="body" sz="quarter" idx="54" hasCustomPrompt="1"/>
          </p:nvPr>
        </p:nvSpPr>
        <p:spPr>
          <a:xfrm>
            <a:off x="419100" y="3164114"/>
            <a:ext cx="5271725" cy="2735036"/>
          </a:xfrm>
          <a:prstGeom prst="rect">
            <a:avLst/>
          </a:prstGeom>
        </p:spPr>
        <p:txBody>
          <a:bodyPr/>
          <a:lstStyle>
            <a:lvl1pPr marL="0" indent="0">
              <a:spcBef>
                <a:spcPts val="0"/>
              </a:spcBef>
              <a:spcAft>
                <a:spcPts val="1200"/>
              </a:spcAft>
              <a:buNone/>
              <a:defRPr sz="1200" b="0" i="0">
                <a:latin typeface="Artifakt Element" panose="020B0503050000020004" pitchFamily="34" charset="77"/>
              </a:defRPr>
            </a:lvl1pPr>
          </a:lstStyle>
          <a:p>
            <a:pPr lvl="0"/>
            <a:r>
              <a:rPr lang="en-US"/>
              <a:t>Click to add body copy</a:t>
            </a:r>
          </a:p>
        </p:txBody>
      </p:sp>
      <p:sp>
        <p:nvSpPr>
          <p:cNvPr id="11" name="Picture Placeholder 10">
            <a:extLst>
              <a:ext uri="{FF2B5EF4-FFF2-40B4-BE49-F238E27FC236}">
                <a16:creationId xmlns:a16="http://schemas.microsoft.com/office/drawing/2014/main" id="{A9A523DB-6FAC-3096-0062-0E1D6967ADC3}"/>
              </a:ext>
            </a:extLst>
          </p:cNvPr>
          <p:cNvSpPr>
            <a:spLocks noGrp="1"/>
          </p:cNvSpPr>
          <p:nvPr>
            <p:ph type="pic" sz="quarter" idx="57"/>
          </p:nvPr>
        </p:nvSpPr>
        <p:spPr>
          <a:xfrm>
            <a:off x="5918200" y="3429000"/>
            <a:ext cx="6273800" cy="3429000"/>
          </a:xfrm>
          <a:custGeom>
            <a:avLst/>
            <a:gdLst>
              <a:gd name="connsiteX0" fmla="*/ 177800 w 6273800"/>
              <a:gd name="connsiteY0" fmla="*/ 0 h 3429000"/>
              <a:gd name="connsiteX1" fmla="*/ 6273800 w 6273800"/>
              <a:gd name="connsiteY1" fmla="*/ 0 h 3429000"/>
              <a:gd name="connsiteX2" fmla="*/ 6273800 w 6273800"/>
              <a:gd name="connsiteY2" fmla="*/ 3429000 h 3429000"/>
              <a:gd name="connsiteX3" fmla="*/ 0 w 6273800"/>
              <a:gd name="connsiteY3" fmla="*/ 3429000 h 3429000"/>
              <a:gd name="connsiteX4" fmla="*/ 0 w 6273800"/>
              <a:gd name="connsiteY4" fmla="*/ 3426122 h 3429000"/>
              <a:gd name="connsiteX5" fmla="*/ 13037 w 6273800"/>
              <a:gd name="connsiteY5" fmla="*/ 3424808 h 3429000"/>
              <a:gd name="connsiteX6" fmla="*/ 177800 w 6273800"/>
              <a:gd name="connsiteY6" fmla="*/ 322265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3800" h="3429000">
                <a:moveTo>
                  <a:pt x="177800" y="0"/>
                </a:moveTo>
                <a:lnTo>
                  <a:pt x="6273800" y="0"/>
                </a:lnTo>
                <a:lnTo>
                  <a:pt x="6273800" y="3429000"/>
                </a:lnTo>
                <a:lnTo>
                  <a:pt x="0" y="3429000"/>
                </a:lnTo>
                <a:lnTo>
                  <a:pt x="0" y="3426122"/>
                </a:lnTo>
                <a:lnTo>
                  <a:pt x="13037" y="3424808"/>
                </a:lnTo>
                <a:cubicBezTo>
                  <a:pt x="107067" y="3405567"/>
                  <a:pt x="177800" y="3322369"/>
                  <a:pt x="177800" y="3222650"/>
                </a:cubicBezTo>
                <a:close/>
              </a:path>
            </a:pathLst>
          </a:custGeom>
          <a:noFill/>
        </p:spPr>
        <p:txBody>
          <a:bodyPr wrap="square">
            <a:noAutofit/>
          </a:bodyPr>
          <a:lstStyle>
            <a:lvl1pPr>
              <a:defRPr b="0" i="0">
                <a:latin typeface="Artifakt Element" panose="020B0503050000020004" pitchFamily="34" charset="77"/>
              </a:defRPr>
            </a:lvl1pPr>
          </a:lstStyle>
          <a:p>
            <a:endParaRPr lang="en-US"/>
          </a:p>
        </p:txBody>
      </p:sp>
      <p:sp>
        <p:nvSpPr>
          <p:cNvPr id="5" name="Text Placeholder 10">
            <a:extLst>
              <a:ext uri="{FF2B5EF4-FFF2-40B4-BE49-F238E27FC236}">
                <a16:creationId xmlns:a16="http://schemas.microsoft.com/office/drawing/2014/main" id="{77DC3BB8-86D0-A27F-608B-AE26DD853422}"/>
              </a:ext>
            </a:extLst>
          </p:cNvPr>
          <p:cNvSpPr>
            <a:spLocks noGrp="1"/>
          </p:cNvSpPr>
          <p:nvPr>
            <p:ph type="body" sz="quarter" idx="58" hasCustomPrompt="1"/>
          </p:nvPr>
        </p:nvSpPr>
        <p:spPr>
          <a:xfrm>
            <a:off x="419100" y="2368822"/>
            <a:ext cx="5271725" cy="590278"/>
          </a:xfrm>
          <a:prstGeom prst="rect">
            <a:avLst/>
          </a:prstGeom>
        </p:spPr>
        <p:txBody>
          <a:bodyPr/>
          <a:lstStyle>
            <a:lvl1pPr marL="0" marR="0" indent="0" algn="l" defTabSz="914354" rtl="0" eaLnBrk="1" fontAlgn="auto" latinLnBrk="0" hangingPunct="1">
              <a:lnSpc>
                <a:spcPct val="100000"/>
              </a:lnSpc>
              <a:spcBef>
                <a:spcPts val="0"/>
              </a:spcBef>
              <a:spcAft>
                <a:spcPts val="0"/>
              </a:spcAft>
              <a:buClr>
                <a:schemeClr val="tx1"/>
              </a:buClr>
              <a:buSzPct val="100000"/>
              <a:buFont typeface="Wingdings 2" panose="05020102010507070707" pitchFamily="18" charset="2"/>
              <a:buNone/>
              <a:tabLst/>
              <a:defRPr sz="2000" b="1">
                <a:solidFill>
                  <a:schemeClr val="tx1"/>
                </a:solidFill>
                <a:latin typeface="+mj-lt"/>
              </a:defRPr>
            </a:lvl1pPr>
          </a:lstStyle>
          <a:p>
            <a:pPr lvl="0"/>
            <a:r>
              <a:rPr lang="en-US"/>
              <a:t>Click to add header</a:t>
            </a:r>
          </a:p>
        </p:txBody>
      </p:sp>
      <p:sp>
        <p:nvSpPr>
          <p:cNvPr id="13" name="Text Placeholder 18">
            <a:extLst>
              <a:ext uri="{FF2B5EF4-FFF2-40B4-BE49-F238E27FC236}">
                <a16:creationId xmlns:a16="http://schemas.microsoft.com/office/drawing/2014/main" id="{D450FC74-8944-63BA-63E3-A2C37851A71A}"/>
              </a:ext>
            </a:extLst>
          </p:cNvPr>
          <p:cNvSpPr>
            <a:spLocks noGrp="1"/>
          </p:cNvSpPr>
          <p:nvPr>
            <p:ph type="body" sz="quarter" idx="28" hasCustomPrompt="1"/>
          </p:nvPr>
        </p:nvSpPr>
        <p:spPr>
          <a:xfrm>
            <a:off x="419100" y="6421359"/>
            <a:ext cx="5271725"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2" name="Text Placeholder 35">
            <a:extLst>
              <a:ext uri="{FF2B5EF4-FFF2-40B4-BE49-F238E27FC236}">
                <a16:creationId xmlns:a16="http://schemas.microsoft.com/office/drawing/2014/main" id="{75FDEC52-EFA0-3C6C-3F06-9201401B30DE}"/>
              </a:ext>
            </a:extLst>
          </p:cNvPr>
          <p:cNvSpPr>
            <a:spLocks noGrp="1"/>
          </p:cNvSpPr>
          <p:nvPr>
            <p:ph type="body" sz="quarter" idx="30" hasCustomPrompt="1"/>
          </p:nvPr>
        </p:nvSpPr>
        <p:spPr>
          <a:xfrm>
            <a:off x="6349059" y="6553200"/>
            <a:ext cx="5423841"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
        <p:nvSpPr>
          <p:cNvPr id="9" name="Text Placeholder 35">
            <a:extLst>
              <a:ext uri="{FF2B5EF4-FFF2-40B4-BE49-F238E27FC236}">
                <a16:creationId xmlns:a16="http://schemas.microsoft.com/office/drawing/2014/main" id="{1C53E2FC-F074-A722-D442-3E07F29524B7}"/>
              </a:ext>
            </a:extLst>
          </p:cNvPr>
          <p:cNvSpPr>
            <a:spLocks noGrp="1"/>
          </p:cNvSpPr>
          <p:nvPr>
            <p:ph type="body" sz="quarter" idx="59" hasCustomPrompt="1"/>
          </p:nvPr>
        </p:nvSpPr>
        <p:spPr>
          <a:xfrm>
            <a:off x="6349059" y="3078706"/>
            <a:ext cx="2506016"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3811658714"/>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Dark Half">
    <p:spTree>
      <p:nvGrpSpPr>
        <p:cNvPr id="1" name=""/>
        <p:cNvGrpSpPr/>
        <p:nvPr/>
      </p:nvGrpSpPr>
      <p:grpSpPr>
        <a:xfrm>
          <a:off x="0" y="0"/>
          <a:ext cx="0" cy="0"/>
          <a:chOff x="0" y="0"/>
          <a:chExt cx="0" cy="0"/>
        </a:xfrm>
      </p:grpSpPr>
      <p:sp>
        <p:nvSpPr>
          <p:cNvPr id="5" name="Rounded Rectangle 6">
            <a:extLst>
              <a:ext uri="{FF2B5EF4-FFF2-40B4-BE49-F238E27FC236}">
                <a16:creationId xmlns:a16="http://schemas.microsoft.com/office/drawing/2014/main" id="{29719A6B-0A29-A200-BD59-3E498625A389}"/>
              </a:ext>
            </a:extLst>
          </p:cNvPr>
          <p:cNvSpPr/>
          <p:nvPr userDrawn="1"/>
        </p:nvSpPr>
        <p:spPr>
          <a:xfrm>
            <a:off x="6096000" y="1"/>
            <a:ext cx="6096000" cy="6858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rtifakt Element" panose="020B0503050000020004" pitchFamily="34" charset="77"/>
            </a:endParaRPr>
          </a:p>
        </p:txBody>
      </p:sp>
      <p:sp>
        <p:nvSpPr>
          <p:cNvPr id="6" name="Rounded Rectangle 17">
            <a:extLst>
              <a:ext uri="{FF2B5EF4-FFF2-40B4-BE49-F238E27FC236}">
                <a16:creationId xmlns:a16="http://schemas.microsoft.com/office/drawing/2014/main" id="{F33B25BA-C8CC-A289-2B36-125B7712F0A4}"/>
              </a:ext>
            </a:extLst>
          </p:cNvPr>
          <p:cNvSpPr/>
          <p:nvPr userDrawn="1"/>
        </p:nvSpPr>
        <p:spPr>
          <a:xfrm>
            <a:off x="-3048" y="1"/>
            <a:ext cx="6096000" cy="6858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a:latin typeface="Artifakt Element" panose="020B0503050000020004" pitchFamily="34" charset="77"/>
            </a:endParaRPr>
          </a:p>
        </p:txBody>
      </p:sp>
      <p:sp>
        <p:nvSpPr>
          <p:cNvPr id="3" name="Slide Number Placeholder 2">
            <a:extLst>
              <a:ext uri="{FF2B5EF4-FFF2-40B4-BE49-F238E27FC236}">
                <a16:creationId xmlns:a16="http://schemas.microsoft.com/office/drawing/2014/main" id="{E649FCFF-01FC-F032-C4C1-3098139C8504}"/>
              </a:ext>
            </a:extLst>
          </p:cNvPr>
          <p:cNvSpPr>
            <a:spLocks noGrp="1"/>
          </p:cNvSpPr>
          <p:nvPr>
            <p:ph type="sldNum" sz="quarter" idx="10"/>
          </p:nvPr>
        </p:nvSpPr>
        <p:spPr/>
        <p:txBody>
          <a:bodyPr/>
          <a:lstStyle>
            <a:lvl1pPr>
              <a:defRPr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
        <p:nvSpPr>
          <p:cNvPr id="15" name="Content Placeholder 21">
            <a:extLst>
              <a:ext uri="{FF2B5EF4-FFF2-40B4-BE49-F238E27FC236}">
                <a16:creationId xmlns:a16="http://schemas.microsoft.com/office/drawing/2014/main" id="{7CAE49BC-9412-C25E-97CC-F040B4D278CE}"/>
              </a:ext>
            </a:extLst>
          </p:cNvPr>
          <p:cNvSpPr>
            <a:spLocks noGrp="1"/>
          </p:cNvSpPr>
          <p:nvPr>
            <p:ph sz="quarter" idx="51" hasCustomPrompt="1"/>
          </p:nvPr>
        </p:nvSpPr>
        <p:spPr>
          <a:xfrm>
            <a:off x="419100" y="2031964"/>
            <a:ext cx="5340512" cy="3867186"/>
          </a:xfrm>
        </p:spPr>
        <p:txBody>
          <a:bodyPr/>
          <a:lstStyle>
            <a:lvl1pPr>
              <a:defRPr b="0" i="0">
                <a:solidFill>
                  <a:schemeClr val="tx1"/>
                </a:solidFill>
                <a:latin typeface="Artifakt Element" panose="020B0503050000020004" pitchFamily="34" charset="77"/>
              </a:defRPr>
            </a:lvl1pPr>
            <a:lvl2pPr>
              <a:buClr>
                <a:schemeClr val="tx1"/>
              </a:buClr>
              <a:defRPr b="0" i="0">
                <a:solidFill>
                  <a:schemeClr val="tx1"/>
                </a:solidFill>
                <a:latin typeface="Artifakt Element" panose="020B0503050000020004" pitchFamily="34" charset="77"/>
              </a:defRPr>
            </a:lvl2pPr>
            <a:lvl3pPr>
              <a:buClr>
                <a:schemeClr val="tx1"/>
              </a:buClr>
              <a:defRPr b="0" i="0">
                <a:solidFill>
                  <a:schemeClr val="tx1"/>
                </a:solidFill>
                <a:latin typeface="Artifakt Element" panose="020B0503050000020004" pitchFamily="34" charset="77"/>
              </a:defRPr>
            </a:lvl3pPr>
            <a:lvl4pPr>
              <a:buClr>
                <a:schemeClr val="tx1"/>
              </a:buClr>
              <a:defRPr b="0" i="0">
                <a:solidFill>
                  <a:schemeClr val="tx1"/>
                </a:solidFill>
                <a:latin typeface="Artifakt Element" panose="020B0503050000020004" pitchFamily="34" charset="77"/>
              </a:defRPr>
            </a:lvl4pPr>
            <a:lvl5pPr>
              <a:buClr>
                <a:schemeClr val="tx1"/>
              </a:buClr>
              <a:defRPr b="0" i="0">
                <a:solidFill>
                  <a:schemeClr val="tx1"/>
                </a:solidFill>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1">
            <a:extLst>
              <a:ext uri="{FF2B5EF4-FFF2-40B4-BE49-F238E27FC236}">
                <a16:creationId xmlns:a16="http://schemas.microsoft.com/office/drawing/2014/main" id="{442A4E50-0827-2491-73BE-123A24961C33}"/>
              </a:ext>
            </a:extLst>
          </p:cNvPr>
          <p:cNvSpPr>
            <a:spLocks noGrp="1"/>
          </p:cNvSpPr>
          <p:nvPr>
            <p:ph sz="quarter" idx="52" hasCustomPrompt="1"/>
          </p:nvPr>
        </p:nvSpPr>
        <p:spPr>
          <a:xfrm>
            <a:off x="6443500" y="2031964"/>
            <a:ext cx="5329400" cy="3867186"/>
          </a:xfrm>
        </p:spPr>
        <p:txBody>
          <a:bodyPr/>
          <a:lstStyle>
            <a:lvl1pPr>
              <a:buClr>
                <a:schemeClr val="bg1"/>
              </a:buClr>
              <a:defRPr b="0" i="0">
                <a:solidFill>
                  <a:schemeClr val="bg1"/>
                </a:solidFill>
                <a:latin typeface="Artifakt Element" panose="020B0503050000020004" pitchFamily="34" charset="77"/>
              </a:defRPr>
            </a:lvl1pPr>
            <a:lvl2pPr>
              <a:buClr>
                <a:schemeClr val="bg1"/>
              </a:buClr>
              <a:defRPr b="0" i="0">
                <a:solidFill>
                  <a:schemeClr val="bg1"/>
                </a:solidFill>
                <a:latin typeface="Artifakt Element" panose="020B0503050000020004" pitchFamily="34" charset="77"/>
              </a:defRPr>
            </a:lvl2pPr>
            <a:lvl3pPr>
              <a:buClr>
                <a:schemeClr val="bg1"/>
              </a:buClr>
              <a:defRPr b="0" i="0">
                <a:solidFill>
                  <a:schemeClr val="bg1"/>
                </a:solidFill>
                <a:latin typeface="Artifakt Element" panose="020B0503050000020004" pitchFamily="34" charset="77"/>
              </a:defRPr>
            </a:lvl3pPr>
            <a:lvl4pPr>
              <a:buClr>
                <a:schemeClr val="bg1"/>
              </a:buClr>
              <a:defRPr b="0" i="0">
                <a:solidFill>
                  <a:schemeClr val="bg1"/>
                </a:solidFill>
                <a:latin typeface="Artifakt Element" panose="020B0503050000020004" pitchFamily="34" charset="77"/>
              </a:defRPr>
            </a:lvl4pPr>
            <a:lvl5pPr>
              <a:buClr>
                <a:schemeClr val="bg1"/>
              </a:buClr>
              <a:defRPr b="0" i="0">
                <a:solidFill>
                  <a:schemeClr val="bg1"/>
                </a:solidFill>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7B72C6A-A0CC-53A1-5513-68CB4538C4D5}"/>
              </a:ext>
            </a:extLst>
          </p:cNvPr>
          <p:cNvSpPr>
            <a:spLocks noGrp="1"/>
          </p:cNvSpPr>
          <p:nvPr>
            <p:ph type="title" hasCustomPrompt="1"/>
          </p:nvPr>
        </p:nvSpPr>
        <p:spPr>
          <a:xfrm>
            <a:off x="419100" y="423668"/>
            <a:ext cx="5329400" cy="1214631"/>
          </a:xfrm>
        </p:spPr>
        <p:txBody>
          <a:bodyPr/>
          <a:lstStyle/>
          <a:p>
            <a:r>
              <a:rPr lang="en-US"/>
              <a:t>Click to add title</a:t>
            </a:r>
          </a:p>
        </p:txBody>
      </p:sp>
      <p:sp>
        <p:nvSpPr>
          <p:cNvPr id="7" name="Text Placeholder 6">
            <a:extLst>
              <a:ext uri="{FF2B5EF4-FFF2-40B4-BE49-F238E27FC236}">
                <a16:creationId xmlns:a16="http://schemas.microsoft.com/office/drawing/2014/main" id="{6C2DE034-EC96-563A-9D26-060FAE9CD2B0}"/>
              </a:ext>
            </a:extLst>
          </p:cNvPr>
          <p:cNvSpPr>
            <a:spLocks noGrp="1"/>
          </p:cNvSpPr>
          <p:nvPr>
            <p:ph type="body" sz="quarter" idx="53" hasCustomPrompt="1"/>
          </p:nvPr>
        </p:nvSpPr>
        <p:spPr>
          <a:xfrm>
            <a:off x="6443500" y="423668"/>
            <a:ext cx="5329400" cy="1214631"/>
          </a:xfrm>
        </p:spPr>
        <p:txBody>
          <a:bodyPr/>
          <a:lstStyle>
            <a:lvl1pPr marL="0" indent="0">
              <a:lnSpc>
                <a:spcPct val="90000"/>
              </a:lnSpc>
              <a:spcBef>
                <a:spcPts val="0"/>
              </a:spcBef>
              <a:spcAft>
                <a:spcPts val="0"/>
              </a:spcAft>
              <a:buNone/>
              <a:defRPr sz="3600" b="1">
                <a:solidFill>
                  <a:schemeClr val="bg1"/>
                </a:solidFill>
                <a:latin typeface="+mj-lt"/>
              </a:defRPr>
            </a:lvl1pPr>
          </a:lstStyle>
          <a:p>
            <a:pPr lvl="0"/>
            <a:r>
              <a:rPr lang="en-US"/>
              <a:t>Click to add title</a:t>
            </a:r>
          </a:p>
        </p:txBody>
      </p:sp>
      <p:sp>
        <p:nvSpPr>
          <p:cNvPr id="8" name="Text Placeholder 18">
            <a:extLst>
              <a:ext uri="{FF2B5EF4-FFF2-40B4-BE49-F238E27FC236}">
                <a16:creationId xmlns:a16="http://schemas.microsoft.com/office/drawing/2014/main" id="{D3452C1B-BCC3-8962-1914-B49ABEA69D4D}"/>
              </a:ext>
            </a:extLst>
          </p:cNvPr>
          <p:cNvSpPr>
            <a:spLocks noGrp="1"/>
          </p:cNvSpPr>
          <p:nvPr>
            <p:ph type="body" sz="quarter" idx="28" hasCustomPrompt="1"/>
          </p:nvPr>
        </p:nvSpPr>
        <p:spPr>
          <a:xfrm>
            <a:off x="419100" y="6421359"/>
            <a:ext cx="53405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4454559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Quote">
    <p:bg>
      <p:bgPr>
        <a:solidFill>
          <a:schemeClr val="bg1"/>
        </a:soli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9ACBE8B7-59B4-E6E0-ED5D-89E20091C1D1}"/>
              </a:ext>
            </a:extLst>
          </p:cNvPr>
          <p:cNvSpPr/>
          <p:nvPr userDrawn="1"/>
        </p:nvSpPr>
        <p:spPr>
          <a:xfrm>
            <a:off x="419100" y="419100"/>
            <a:ext cx="11364913" cy="5997575"/>
          </a:xfrm>
          <a:custGeom>
            <a:avLst/>
            <a:gdLst/>
            <a:ahLst/>
            <a:cxnLst/>
            <a:rect l="l" t="t" r="r" b="b"/>
            <a:pathLst>
              <a:path w="9772650" h="5314950">
                <a:moveTo>
                  <a:pt x="9772650" y="0"/>
                </a:moveTo>
                <a:lnTo>
                  <a:pt x="0" y="0"/>
                </a:lnTo>
                <a:lnTo>
                  <a:pt x="0" y="5314950"/>
                </a:lnTo>
                <a:lnTo>
                  <a:pt x="9772650" y="5314950"/>
                </a:lnTo>
                <a:lnTo>
                  <a:pt x="9772650" y="0"/>
                </a:lnTo>
                <a:close/>
              </a:path>
            </a:pathLst>
          </a:custGeom>
          <a:solidFill>
            <a:srgbClr val="F5F5F0"/>
          </a:solidFill>
        </p:spPr>
        <p:txBody>
          <a:bodyPr wrap="square" lIns="0" tIns="0" rIns="0" bIns="0" rtlCol="0"/>
          <a:lstStyle>
            <a:defPPr>
              <a:defRPr kern="0"/>
            </a:defPPr>
          </a:lstStyle>
          <a:p>
            <a:endParaRPr b="0" i="0">
              <a:latin typeface="Artifakt Element" panose="020B0503050000020004" pitchFamily="34" charset="77"/>
            </a:endParaRPr>
          </a:p>
        </p:txBody>
      </p:sp>
      <p:sp>
        <p:nvSpPr>
          <p:cNvPr id="4" name="Subtitle 2">
            <a:extLst>
              <a:ext uri="{FF2B5EF4-FFF2-40B4-BE49-F238E27FC236}">
                <a16:creationId xmlns:a16="http://schemas.microsoft.com/office/drawing/2014/main" id="{2F0F5204-3FE4-73DD-B99E-F6A49528E10B}"/>
              </a:ext>
            </a:extLst>
          </p:cNvPr>
          <p:cNvSpPr>
            <a:spLocks noGrp="1"/>
          </p:cNvSpPr>
          <p:nvPr>
            <p:ph type="subTitle" idx="1" hasCustomPrompt="1"/>
          </p:nvPr>
        </p:nvSpPr>
        <p:spPr>
          <a:xfrm>
            <a:off x="2463508" y="4517514"/>
            <a:ext cx="3815213" cy="225736"/>
          </a:xfrm>
          <a:prstGeom prst="rect">
            <a:avLst/>
          </a:prstGeom>
        </p:spPr>
        <p:txBody>
          <a:bodyPr lIns="0" rIns="0" anchor="b">
            <a:noAutofit/>
          </a:bodyPr>
          <a:lstStyle>
            <a:lvl1pPr marL="0" indent="0" algn="l">
              <a:lnSpc>
                <a:spcPct val="100000"/>
              </a:lnSpc>
              <a:spcBef>
                <a:spcPts val="0"/>
              </a:spcBef>
              <a:spcAft>
                <a:spcPts val="0"/>
              </a:spcAft>
              <a:buNone/>
              <a:defRPr sz="1400" b="0" i="0" spc="0">
                <a:solidFill>
                  <a:schemeClr val="tx1"/>
                </a:solidFill>
                <a:latin typeface="Artifakt Element" panose="020B0503050000020004" pitchFamily="34" charset="77"/>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Add name here, title here​, company here</a:t>
            </a:r>
          </a:p>
        </p:txBody>
      </p:sp>
      <p:sp>
        <p:nvSpPr>
          <p:cNvPr id="8" name="Title 7">
            <a:extLst>
              <a:ext uri="{FF2B5EF4-FFF2-40B4-BE49-F238E27FC236}">
                <a16:creationId xmlns:a16="http://schemas.microsoft.com/office/drawing/2014/main" id="{A25CF914-38EB-0CBF-B547-73D2242D79C3}"/>
              </a:ext>
            </a:extLst>
          </p:cNvPr>
          <p:cNvSpPr>
            <a:spLocks noGrp="1"/>
          </p:cNvSpPr>
          <p:nvPr>
            <p:ph type="title" hasCustomPrompt="1"/>
          </p:nvPr>
        </p:nvSpPr>
        <p:spPr>
          <a:xfrm>
            <a:off x="2463508" y="2511425"/>
            <a:ext cx="7165975" cy="1835150"/>
          </a:xfrm>
        </p:spPr>
        <p:txBody>
          <a:bodyPr/>
          <a:lstStyle>
            <a:lvl1pPr>
              <a:lnSpc>
                <a:spcPct val="90000"/>
              </a:lnSpc>
              <a:defRPr sz="4000"/>
            </a:lvl1pPr>
          </a:lstStyle>
          <a:p>
            <a:r>
              <a:rPr lang="en-US"/>
              <a:t>Click to add quote</a:t>
            </a:r>
          </a:p>
        </p:txBody>
      </p:sp>
      <p:sp>
        <p:nvSpPr>
          <p:cNvPr id="7" name="Text Placeholder 18">
            <a:extLst>
              <a:ext uri="{FF2B5EF4-FFF2-40B4-BE49-F238E27FC236}">
                <a16:creationId xmlns:a16="http://schemas.microsoft.com/office/drawing/2014/main" id="{EF6A8FB6-47FB-9F51-804A-9686B96B8F16}"/>
              </a:ext>
            </a:extLst>
          </p:cNvPr>
          <p:cNvSpPr>
            <a:spLocks noGrp="1"/>
          </p:cNvSpPr>
          <p:nvPr>
            <p:ph type="body" sz="quarter" idx="28" hasCustomPrompt="1"/>
          </p:nvPr>
        </p:nvSpPr>
        <p:spPr>
          <a:xfrm>
            <a:off x="419100" y="6421359"/>
            <a:ext cx="5271725"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9" name="Slide Number Placeholder 14">
            <a:extLst>
              <a:ext uri="{FF2B5EF4-FFF2-40B4-BE49-F238E27FC236}">
                <a16:creationId xmlns:a16="http://schemas.microsoft.com/office/drawing/2014/main" id="{84D5E117-4226-93E4-A034-F81E693F388E}"/>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Tree>
    <p:extLst>
      <p:ext uri="{BB962C8B-B14F-4D97-AF65-F5344CB8AC3E}">
        <p14:creationId xmlns:p14="http://schemas.microsoft.com/office/powerpoint/2010/main" val="350055142"/>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 + Full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C7A033-478F-11A7-4111-DF2AD89B3520}"/>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b="0" i="0">
              <a:latin typeface="Artifakt Element" panose="020B0503050000020004" pitchFamily="34" charset="77"/>
            </a:endParaRPr>
          </a:p>
        </p:txBody>
      </p:sp>
      <p:sp>
        <p:nvSpPr>
          <p:cNvPr id="3" name="Picture Placeholder 2">
            <a:extLst>
              <a:ext uri="{FF2B5EF4-FFF2-40B4-BE49-F238E27FC236}">
                <a16:creationId xmlns:a16="http://schemas.microsoft.com/office/drawing/2014/main" id="{816450DC-0567-EADF-88E7-CEF8D13AADD6}"/>
              </a:ext>
            </a:extLst>
          </p:cNvPr>
          <p:cNvSpPr>
            <a:spLocks noGrp="1"/>
          </p:cNvSpPr>
          <p:nvPr>
            <p:ph type="pic" sz="quarter" idx="10"/>
          </p:nvPr>
        </p:nvSpPr>
        <p:spPr>
          <a:xfrm>
            <a:off x="0" y="0"/>
            <a:ext cx="12192000" cy="6858000"/>
          </a:xfrm>
          <a:custGeom>
            <a:avLst/>
            <a:gdLst>
              <a:gd name="connsiteX0" fmla="*/ 2742284 w 12192000"/>
              <a:gd name="connsiteY0" fmla="*/ 1220419 h 6858000"/>
              <a:gd name="connsiteX1" fmla="*/ 2470402 w 12192000"/>
              <a:gd name="connsiteY1" fmla="*/ 1492300 h 6858000"/>
              <a:gd name="connsiteX2" fmla="*/ 2470402 w 12192000"/>
              <a:gd name="connsiteY2" fmla="*/ 5349849 h 6858000"/>
              <a:gd name="connsiteX3" fmla="*/ 2742284 w 12192000"/>
              <a:gd name="connsiteY3" fmla="*/ 5621731 h 6858000"/>
              <a:gd name="connsiteX4" fmla="*/ 9441788 w 12192000"/>
              <a:gd name="connsiteY4" fmla="*/ 5621731 h 6858000"/>
              <a:gd name="connsiteX5" fmla="*/ 9713670 w 12192000"/>
              <a:gd name="connsiteY5" fmla="*/ 5349849 h 6858000"/>
              <a:gd name="connsiteX6" fmla="*/ 9713670 w 12192000"/>
              <a:gd name="connsiteY6" fmla="*/ 1492300 h 6858000"/>
              <a:gd name="connsiteX7" fmla="*/ 9441788 w 12192000"/>
              <a:gd name="connsiteY7" fmla="*/ 122041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742284" y="1220419"/>
                </a:moveTo>
                <a:cubicBezTo>
                  <a:pt x="2592322" y="1220419"/>
                  <a:pt x="2470402" y="1342339"/>
                  <a:pt x="2470402" y="1492300"/>
                </a:cubicBezTo>
                <a:lnTo>
                  <a:pt x="2470402" y="5349849"/>
                </a:lnTo>
                <a:cubicBezTo>
                  <a:pt x="2470402" y="5499811"/>
                  <a:pt x="2592322" y="5621731"/>
                  <a:pt x="2742284" y="5621731"/>
                </a:cubicBezTo>
                <a:lnTo>
                  <a:pt x="9441788" y="5621731"/>
                </a:lnTo>
                <a:cubicBezTo>
                  <a:pt x="9591750" y="5621731"/>
                  <a:pt x="9713670" y="5499811"/>
                  <a:pt x="9713670" y="5349849"/>
                </a:cubicBezTo>
                <a:lnTo>
                  <a:pt x="9713670" y="1492300"/>
                </a:lnTo>
                <a:cubicBezTo>
                  <a:pt x="9713670" y="1342339"/>
                  <a:pt x="9591750" y="1220419"/>
                  <a:pt x="9441788" y="1220419"/>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b="0" i="0">
                <a:latin typeface="Artifakt Element" panose="020B0503050000020004" pitchFamily="34" charset="77"/>
              </a:defRPr>
            </a:lvl1pPr>
          </a:lstStyle>
          <a:p>
            <a:endParaRPr lang="en-US"/>
          </a:p>
        </p:txBody>
      </p:sp>
      <p:sp>
        <p:nvSpPr>
          <p:cNvPr id="15" name="Subtitle 2">
            <a:extLst>
              <a:ext uri="{FF2B5EF4-FFF2-40B4-BE49-F238E27FC236}">
                <a16:creationId xmlns:a16="http://schemas.microsoft.com/office/drawing/2014/main" id="{749FD21C-BCA7-B274-F1E4-1065000A0BBE}"/>
              </a:ext>
            </a:extLst>
          </p:cNvPr>
          <p:cNvSpPr>
            <a:spLocks noGrp="1"/>
          </p:cNvSpPr>
          <p:nvPr>
            <p:ph type="subTitle" idx="1" hasCustomPrompt="1"/>
          </p:nvPr>
        </p:nvSpPr>
        <p:spPr>
          <a:xfrm>
            <a:off x="3668423" y="4608066"/>
            <a:ext cx="3815213" cy="225736"/>
          </a:xfrm>
          <a:prstGeom prst="rect">
            <a:avLst/>
          </a:prstGeom>
        </p:spPr>
        <p:txBody>
          <a:bodyPr lIns="0" rIns="0" anchor="b">
            <a:noAutofit/>
          </a:bodyPr>
          <a:lstStyle>
            <a:lvl1pPr marL="0" indent="0" algn="l">
              <a:lnSpc>
                <a:spcPct val="100000"/>
              </a:lnSpc>
              <a:spcBef>
                <a:spcPts val="0"/>
              </a:spcBef>
              <a:spcAft>
                <a:spcPts val="0"/>
              </a:spcAft>
              <a:buNone/>
              <a:defRPr sz="1400" b="0" i="0" spc="0">
                <a:solidFill>
                  <a:schemeClr val="tx1"/>
                </a:solidFill>
                <a:latin typeface="Artifakt Element" panose="020B0503050000020004" pitchFamily="34" charset="77"/>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Add name here, title here​, company here</a:t>
            </a:r>
          </a:p>
        </p:txBody>
      </p:sp>
      <p:sp>
        <p:nvSpPr>
          <p:cNvPr id="10" name="Title 9">
            <a:extLst>
              <a:ext uri="{FF2B5EF4-FFF2-40B4-BE49-F238E27FC236}">
                <a16:creationId xmlns:a16="http://schemas.microsoft.com/office/drawing/2014/main" id="{225AAA35-3063-4132-B1F5-D8D22785743B}"/>
              </a:ext>
            </a:extLst>
          </p:cNvPr>
          <p:cNvSpPr>
            <a:spLocks noGrp="1"/>
          </p:cNvSpPr>
          <p:nvPr>
            <p:ph type="title" hasCustomPrompt="1"/>
          </p:nvPr>
        </p:nvSpPr>
        <p:spPr>
          <a:xfrm>
            <a:off x="3668423" y="2423886"/>
            <a:ext cx="5088391" cy="1948612"/>
          </a:xfrm>
        </p:spPr>
        <p:txBody>
          <a:bodyPr/>
          <a:lstStyle>
            <a:lvl1pPr>
              <a:lnSpc>
                <a:spcPct val="90000"/>
              </a:lnSpc>
              <a:defRPr sz="3200"/>
            </a:lvl1pPr>
          </a:lstStyle>
          <a:p>
            <a:r>
              <a:rPr lang="en-US"/>
              <a:t>Click to add quote</a:t>
            </a:r>
          </a:p>
        </p:txBody>
      </p:sp>
      <p:sp>
        <p:nvSpPr>
          <p:cNvPr id="5" name="Text Placeholder 35">
            <a:extLst>
              <a:ext uri="{FF2B5EF4-FFF2-40B4-BE49-F238E27FC236}">
                <a16:creationId xmlns:a16="http://schemas.microsoft.com/office/drawing/2014/main" id="{59ADF421-303C-C7CE-2F3B-A5E5EE10100D}"/>
              </a:ext>
            </a:extLst>
          </p:cNvPr>
          <p:cNvSpPr>
            <a:spLocks noGrp="1"/>
          </p:cNvSpPr>
          <p:nvPr>
            <p:ph type="body" sz="quarter" idx="30" hasCustomPrompt="1"/>
          </p:nvPr>
        </p:nvSpPr>
        <p:spPr>
          <a:xfrm>
            <a:off x="448926" y="6502400"/>
            <a:ext cx="5198150" cy="136208"/>
          </a:xfrm>
          <a:prstGeom prst="rect">
            <a:avLst/>
          </a:prstGeom>
        </p:spPr>
        <p:txBody>
          <a:bodyPr lIns="0" tIns="0" rIns="0" bIns="0" anchor="b">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1409455224"/>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 Image">
    <p:bg>
      <p:bgPr>
        <a:solidFill>
          <a:schemeClr val="bg1"/>
        </a:soli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545E514-2705-16FE-10F9-506036580D79}"/>
              </a:ext>
            </a:extLst>
          </p:cNvPr>
          <p:cNvSpPr/>
          <p:nvPr userDrawn="1"/>
        </p:nvSpPr>
        <p:spPr>
          <a:xfrm>
            <a:off x="419101" y="1638301"/>
            <a:ext cx="11364912" cy="3519488"/>
          </a:xfrm>
          <a:prstGeom prst="roundRect">
            <a:avLst>
              <a:gd name="adj" fmla="val 220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rtifakt Element" panose="020B0503050000020004" pitchFamily="34" charset="77"/>
            </a:endParaRPr>
          </a:p>
        </p:txBody>
      </p:sp>
      <p:sp>
        <p:nvSpPr>
          <p:cNvPr id="8" name="Picture Placeholder 16">
            <a:extLst>
              <a:ext uri="{FF2B5EF4-FFF2-40B4-BE49-F238E27FC236}">
                <a16:creationId xmlns:a16="http://schemas.microsoft.com/office/drawing/2014/main" id="{BA6312C0-86CD-FFF1-A03D-8F4C6E60F39A}"/>
              </a:ext>
            </a:extLst>
          </p:cNvPr>
          <p:cNvSpPr>
            <a:spLocks noGrp="1"/>
          </p:cNvSpPr>
          <p:nvPr>
            <p:ph type="pic" sz="quarter" idx="31"/>
          </p:nvPr>
        </p:nvSpPr>
        <p:spPr>
          <a:xfrm>
            <a:off x="419101" y="1638301"/>
            <a:ext cx="2640013" cy="3519488"/>
          </a:xfrm>
          <a:prstGeom prst="rect">
            <a:avLst/>
          </a:prstGeom>
        </p:spPr>
        <p:txBody>
          <a:bodyPr/>
          <a:lstStyle>
            <a:lvl1pPr marL="0" indent="0">
              <a:spcBef>
                <a:spcPts val="0"/>
              </a:spcBef>
              <a:spcAft>
                <a:spcPts val="0"/>
              </a:spcAft>
              <a:buNone/>
              <a:defRPr b="0" i="0">
                <a:latin typeface="Artifakt Element" panose="020B0503050000020004" pitchFamily="34" charset="77"/>
              </a:defRPr>
            </a:lvl1pPr>
          </a:lstStyle>
          <a:p>
            <a:r>
              <a:rPr lang="en-US"/>
              <a:t>Click icon to add picture</a:t>
            </a:r>
          </a:p>
        </p:txBody>
      </p:sp>
      <p:sp>
        <p:nvSpPr>
          <p:cNvPr id="9" name="Text Placeholder 11">
            <a:extLst>
              <a:ext uri="{FF2B5EF4-FFF2-40B4-BE49-F238E27FC236}">
                <a16:creationId xmlns:a16="http://schemas.microsoft.com/office/drawing/2014/main" id="{2394DA70-BD65-84B3-0217-ED81B38DA514}"/>
              </a:ext>
            </a:extLst>
          </p:cNvPr>
          <p:cNvSpPr>
            <a:spLocks noGrp="1"/>
          </p:cNvSpPr>
          <p:nvPr>
            <p:ph type="body" sz="quarter" idx="33" hasCustomPrompt="1"/>
          </p:nvPr>
        </p:nvSpPr>
        <p:spPr>
          <a:xfrm>
            <a:off x="4394873" y="4491400"/>
            <a:ext cx="3902568" cy="323850"/>
          </a:xfrm>
          <a:prstGeom prst="rect">
            <a:avLst/>
          </a:prstGeom>
        </p:spPr>
        <p:txBody>
          <a:bodyPr lIns="0" tIns="0" rIns="0" bIns="0">
            <a:noAutofit/>
          </a:bodyPr>
          <a:lstStyle>
            <a:lvl1pPr marL="0" indent="0">
              <a:spcBef>
                <a:spcPts val="0"/>
              </a:spcBef>
              <a:spcAft>
                <a:spcPts val="0"/>
              </a:spcAft>
              <a:buNone/>
              <a:defRPr sz="1400" b="0" i="0">
                <a:latin typeface="Artifakt Element" panose="020B0503050000020004" pitchFamily="34" charset="77"/>
              </a:defRPr>
            </a:lvl1pPr>
            <a:lvl2pPr>
              <a:defRPr sz="1200"/>
            </a:lvl2pPr>
            <a:lvl3pPr>
              <a:defRPr sz="1200"/>
            </a:lvl3pPr>
            <a:lvl4pPr>
              <a:defRPr sz="1200"/>
            </a:lvl4pPr>
            <a:lvl5pPr>
              <a:defRPr sz="1200"/>
            </a:lvl5pPr>
          </a:lstStyle>
          <a:p>
            <a:r>
              <a:rPr lang="en-US"/>
              <a:t>Add name here, title here​, company here</a:t>
            </a:r>
          </a:p>
        </p:txBody>
      </p:sp>
      <p:sp>
        <p:nvSpPr>
          <p:cNvPr id="4" name="Title 3">
            <a:extLst>
              <a:ext uri="{FF2B5EF4-FFF2-40B4-BE49-F238E27FC236}">
                <a16:creationId xmlns:a16="http://schemas.microsoft.com/office/drawing/2014/main" id="{8D3E23A0-6B28-02FD-232E-0C3FE0E1FE54}"/>
              </a:ext>
            </a:extLst>
          </p:cNvPr>
          <p:cNvSpPr>
            <a:spLocks noGrp="1"/>
          </p:cNvSpPr>
          <p:nvPr>
            <p:ph type="title" hasCustomPrompt="1"/>
          </p:nvPr>
        </p:nvSpPr>
        <p:spPr>
          <a:xfrm>
            <a:off x="4394873" y="2431137"/>
            <a:ext cx="6526899" cy="1835150"/>
          </a:xfrm>
        </p:spPr>
        <p:txBody>
          <a:bodyPr/>
          <a:lstStyle>
            <a:lvl1pPr>
              <a:defRPr/>
            </a:lvl1pPr>
          </a:lstStyle>
          <a:p>
            <a:r>
              <a:rPr lang="en-US"/>
              <a:t>Click to add quote</a:t>
            </a:r>
          </a:p>
        </p:txBody>
      </p:sp>
      <p:sp>
        <p:nvSpPr>
          <p:cNvPr id="6" name="Text Placeholder 18">
            <a:extLst>
              <a:ext uri="{FF2B5EF4-FFF2-40B4-BE49-F238E27FC236}">
                <a16:creationId xmlns:a16="http://schemas.microsoft.com/office/drawing/2014/main" id="{19A99092-F117-BFA4-8134-4527F907A86E}"/>
              </a:ext>
            </a:extLst>
          </p:cNvPr>
          <p:cNvSpPr>
            <a:spLocks noGrp="1"/>
          </p:cNvSpPr>
          <p:nvPr>
            <p:ph type="body" sz="quarter" idx="28" hasCustomPrompt="1"/>
          </p:nvPr>
        </p:nvSpPr>
        <p:spPr>
          <a:xfrm>
            <a:off x="419100" y="6421359"/>
            <a:ext cx="5271725"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7" name="Slide Number Placeholder 14">
            <a:extLst>
              <a:ext uri="{FF2B5EF4-FFF2-40B4-BE49-F238E27FC236}">
                <a16:creationId xmlns:a16="http://schemas.microsoft.com/office/drawing/2014/main" id="{85F50EFF-5AB0-C758-111F-1D6A4BC9A4C3}"/>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
        <p:nvSpPr>
          <p:cNvPr id="2" name="Text Placeholder 35">
            <a:extLst>
              <a:ext uri="{FF2B5EF4-FFF2-40B4-BE49-F238E27FC236}">
                <a16:creationId xmlns:a16="http://schemas.microsoft.com/office/drawing/2014/main" id="{4ACBAB72-7349-A042-FABC-5A153EAFFDDE}"/>
              </a:ext>
            </a:extLst>
          </p:cNvPr>
          <p:cNvSpPr>
            <a:spLocks noGrp="1"/>
          </p:cNvSpPr>
          <p:nvPr>
            <p:ph type="body" sz="quarter" idx="59" hasCustomPrompt="1"/>
          </p:nvPr>
        </p:nvSpPr>
        <p:spPr>
          <a:xfrm>
            <a:off x="629444" y="4929550"/>
            <a:ext cx="2219325"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10045925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8296B83-F8F7-5AC4-2318-918DE78658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03657" y="2813422"/>
            <a:ext cx="4984686" cy="1231157"/>
          </a:xfrm>
          <a:prstGeom prst="rect">
            <a:avLst/>
          </a:prstGeom>
        </p:spPr>
      </p:pic>
      <p:sp>
        <p:nvSpPr>
          <p:cNvPr id="4" name="TextBox 3">
            <a:extLst>
              <a:ext uri="{FF2B5EF4-FFF2-40B4-BE49-F238E27FC236}">
                <a16:creationId xmlns:a16="http://schemas.microsoft.com/office/drawing/2014/main" id="{BD7E3108-C5D5-ABAC-CCB5-6A1502ECF649}"/>
              </a:ext>
            </a:extLst>
          </p:cNvPr>
          <p:cNvSpPr txBox="1"/>
          <p:nvPr userDrawn="1"/>
        </p:nvSpPr>
        <p:spPr>
          <a:xfrm>
            <a:off x="419100" y="6023676"/>
            <a:ext cx="11353800" cy="373949"/>
          </a:xfrm>
          <a:prstGeom prst="rect">
            <a:avLst/>
          </a:prstGeom>
          <a:noFill/>
        </p:spPr>
        <p:txBody>
          <a:bodyPr wrap="square" lIns="0" tIns="0" rIns="0" bIns="0" rtlCol="0">
            <a:spAutoFit/>
          </a:bodyPr>
          <a:lstStyle/>
          <a:p>
            <a:pPr marL="0" indent="0" algn="l" defTabSz="914354" rtl="0" eaLnBrk="1" latinLnBrk="0" hangingPunct="1">
              <a:lnSpc>
                <a:spcPct val="90000"/>
              </a:lnSpc>
              <a:spcBef>
                <a:spcPts val="300"/>
              </a:spcBef>
              <a:spcAft>
                <a:spcPts val="600"/>
              </a:spcAft>
              <a:buClr>
                <a:schemeClr val="tx1"/>
              </a:buClr>
              <a:buSzPct val="100000"/>
              <a:buFont typeface="Wingdings 2" panose="05020102010507070707" pitchFamily="18" charset="2"/>
              <a:buNone/>
            </a:pPr>
            <a:r>
              <a:rPr lang="en-US" sz="900" b="0" i="0" kern="1200">
                <a:solidFill>
                  <a:schemeClr val="bg1">
                    <a:lumMod val="65000"/>
                  </a:schemeClr>
                </a:solidFill>
                <a:latin typeface="Artifakt Element Ofc" panose="020B0504010101010104" pitchFamily="34" charset="0"/>
                <a:ea typeface="Artifakt Element" panose="020B0503050000020004" pitchFamily="34" charset="77"/>
                <a:cs typeface="+mn-cs"/>
              </a:rPr>
              <a:t>Autodesk and the Autodesk logo are registered trademarks or trademarks of Autodesk, Inc., and/or its subsidiaries and/or affiliates in the USA and/or other countries. All other brand names, product names,</a:t>
            </a:r>
            <a:br>
              <a:rPr lang="en-US" sz="900" b="0" i="0" kern="1200">
                <a:solidFill>
                  <a:schemeClr val="bg1">
                    <a:lumMod val="65000"/>
                  </a:schemeClr>
                </a:solidFill>
                <a:latin typeface="Artifakt Element Ofc" panose="020B0504010101010104" pitchFamily="34" charset="0"/>
                <a:ea typeface="Artifakt Element" panose="020B0503050000020004" pitchFamily="34" charset="77"/>
                <a:cs typeface="+mn-cs"/>
              </a:rPr>
            </a:br>
            <a:r>
              <a:rPr lang="en-US" sz="900" b="0" i="0" kern="1200">
                <a:solidFill>
                  <a:schemeClr val="bg1">
                    <a:lumMod val="65000"/>
                  </a:schemeClr>
                </a:solidFill>
                <a:latin typeface="Artifakt Element Ofc" panose="020B0504010101010104" pitchFamily="34" charset="0"/>
                <a:ea typeface="Artifakt Element" panose="020B0503050000020004" pitchFamily="34" charset="77"/>
                <a:cs typeface="+mn-cs"/>
              </a:rPr>
              <a:t>or trademarks belong to their respective holders. Autodesk reserves the right to alter product and services offerings, and specifications and pricing at any time without notice, and is not responsible for typographical or graphical errors that may appear in this document. © </a:t>
            </a:r>
            <a:fld id="{36D875A6-73D7-4939-93F6-CB1CA25CE6EE}" type="datetimeyyyy">
              <a:rPr lang="en-US" sz="900" b="0" i="0" kern="1200" smtClean="0">
                <a:solidFill>
                  <a:schemeClr val="bg1">
                    <a:lumMod val="65000"/>
                  </a:schemeClr>
                </a:solidFill>
                <a:latin typeface="Artifakt Element Ofc" panose="020B0504010101010104" pitchFamily="34" charset="0"/>
                <a:ea typeface="Artifakt Element" panose="020B0503050000020004" pitchFamily="34" charset="77"/>
                <a:cs typeface="+mn-cs"/>
              </a:rPr>
              <a:t>2026</a:t>
            </a:fld>
            <a:r>
              <a:rPr lang="en-US" sz="900" b="0" i="0" kern="1200">
                <a:solidFill>
                  <a:schemeClr val="bg1">
                    <a:lumMod val="65000"/>
                  </a:schemeClr>
                </a:solidFill>
                <a:latin typeface="Artifakt Element Ofc" panose="020B0504010101010104" pitchFamily="34" charset="0"/>
                <a:ea typeface="Artifakt Element" panose="020B0503050000020004" pitchFamily="34" charset="77"/>
                <a:cs typeface="+mn-cs"/>
              </a:rPr>
              <a:t> Autodesk. All rights reserved.</a:t>
            </a:r>
          </a:p>
        </p:txBody>
      </p:sp>
    </p:spTree>
    <p:extLst>
      <p:ext uri="{BB962C8B-B14F-4D97-AF65-F5344CB8AC3E}">
        <p14:creationId xmlns:p14="http://schemas.microsoft.com/office/powerpoint/2010/main" val="2469533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122134B-46BE-5FCC-861E-A595BC8CF69B}"/>
              </a:ext>
            </a:extLst>
          </p:cNvPr>
          <p:cNvSpPr>
            <a:spLocks noGrp="1"/>
          </p:cNvSpPr>
          <p:nvPr>
            <p:ph type="pic" sz="quarter" idx="29"/>
          </p:nvPr>
        </p:nvSpPr>
        <p:spPr>
          <a:xfrm>
            <a:off x="5892800" y="0"/>
            <a:ext cx="6299200" cy="6858000"/>
          </a:xfrm>
          <a:custGeom>
            <a:avLst/>
            <a:gdLst>
              <a:gd name="connsiteX0" fmla="*/ 203200 w 6299200"/>
              <a:gd name="connsiteY0" fmla="*/ 0 h 6858000"/>
              <a:gd name="connsiteX1" fmla="*/ 6299200 w 6299200"/>
              <a:gd name="connsiteY1" fmla="*/ 0 h 6858000"/>
              <a:gd name="connsiteX2" fmla="*/ 6299200 w 6299200"/>
              <a:gd name="connsiteY2" fmla="*/ 6858000 h 6858000"/>
              <a:gd name="connsiteX3" fmla="*/ 0 w 6299200"/>
              <a:gd name="connsiteY3" fmla="*/ 6858000 h 6858000"/>
              <a:gd name="connsiteX4" fmla="*/ 0 w 6299200"/>
              <a:gd name="connsiteY4" fmla="*/ 6855987 h 6858000"/>
              <a:gd name="connsiteX5" fmla="*/ 25003 w 6299200"/>
              <a:gd name="connsiteY5" fmla="*/ 6853466 h 6858000"/>
              <a:gd name="connsiteX6" fmla="*/ 203200 w 6299200"/>
              <a:gd name="connsiteY6" fmla="*/ 66348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99200" h="6858000">
                <a:moveTo>
                  <a:pt x="203200" y="0"/>
                </a:moveTo>
                <a:lnTo>
                  <a:pt x="6299200" y="0"/>
                </a:lnTo>
                <a:lnTo>
                  <a:pt x="6299200" y="6858000"/>
                </a:lnTo>
                <a:lnTo>
                  <a:pt x="0" y="6858000"/>
                </a:lnTo>
                <a:lnTo>
                  <a:pt x="0" y="6855987"/>
                </a:lnTo>
                <a:lnTo>
                  <a:pt x="25003" y="6853466"/>
                </a:lnTo>
                <a:cubicBezTo>
                  <a:pt x="126700" y="6832656"/>
                  <a:pt x="203200" y="6742674"/>
                  <a:pt x="203200" y="6634825"/>
                </a:cubicBezTo>
                <a:close/>
              </a:path>
            </a:pathLst>
          </a:custGeom>
          <a:solidFill>
            <a:schemeClr val="tx1"/>
          </a:solidFill>
        </p:spPr>
        <p:txBody>
          <a:bodyPr wrap="square">
            <a:noAutofit/>
          </a:bodyPr>
          <a:lstStyle>
            <a:lvl1pPr marL="0" indent="0">
              <a:buNone/>
              <a:defRPr b="0" i="0">
                <a:latin typeface="Artifakt Element" panose="020B0503050000020004" pitchFamily="34" charset="77"/>
              </a:defRPr>
            </a:lvl1pPr>
          </a:lstStyle>
          <a:p>
            <a:r>
              <a:rPr lang="en-US"/>
              <a:t>Click icon to add picture</a:t>
            </a:r>
          </a:p>
        </p:txBody>
      </p:sp>
      <p:sp>
        <p:nvSpPr>
          <p:cNvPr id="4" name="Text Placeholder 18">
            <a:extLst>
              <a:ext uri="{FF2B5EF4-FFF2-40B4-BE49-F238E27FC236}">
                <a16:creationId xmlns:a16="http://schemas.microsoft.com/office/drawing/2014/main" id="{46B73E3B-4C00-7DC6-0C3F-EFD12A825CC1}"/>
              </a:ext>
            </a:extLst>
          </p:cNvPr>
          <p:cNvSpPr>
            <a:spLocks noGrp="1"/>
          </p:cNvSpPr>
          <p:nvPr>
            <p:ph type="body" sz="quarter" idx="28" hasCustomPrompt="1"/>
          </p:nvPr>
        </p:nvSpPr>
        <p:spPr>
          <a:xfrm>
            <a:off x="419100" y="6421359"/>
            <a:ext cx="5318951"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6" name="Title 5">
            <a:extLst>
              <a:ext uri="{FF2B5EF4-FFF2-40B4-BE49-F238E27FC236}">
                <a16:creationId xmlns:a16="http://schemas.microsoft.com/office/drawing/2014/main" id="{677EA106-7537-A203-89DB-3E989894BF6E}"/>
              </a:ext>
            </a:extLst>
          </p:cNvPr>
          <p:cNvSpPr>
            <a:spLocks noGrp="1"/>
          </p:cNvSpPr>
          <p:nvPr>
            <p:ph type="title" hasCustomPrompt="1"/>
          </p:nvPr>
        </p:nvSpPr>
        <p:spPr>
          <a:xfrm>
            <a:off x="419100" y="423668"/>
            <a:ext cx="4884211" cy="963247"/>
          </a:xfrm>
        </p:spPr>
        <p:txBody>
          <a:bodyPr/>
          <a:lstStyle/>
          <a:p>
            <a:pPr lvl="0"/>
            <a:r>
              <a:rPr lang="en-US"/>
              <a:t>Click to add title</a:t>
            </a:r>
          </a:p>
        </p:txBody>
      </p:sp>
      <p:sp>
        <p:nvSpPr>
          <p:cNvPr id="2" name="Text Placeholder 35">
            <a:extLst>
              <a:ext uri="{FF2B5EF4-FFF2-40B4-BE49-F238E27FC236}">
                <a16:creationId xmlns:a16="http://schemas.microsoft.com/office/drawing/2014/main" id="{EF68BE50-E3EC-BE53-AE31-27617838F1D5}"/>
              </a:ext>
            </a:extLst>
          </p:cNvPr>
          <p:cNvSpPr>
            <a:spLocks noGrp="1"/>
          </p:cNvSpPr>
          <p:nvPr>
            <p:ph type="body" sz="quarter" idx="30" hasCustomPrompt="1"/>
          </p:nvPr>
        </p:nvSpPr>
        <p:spPr>
          <a:xfrm>
            <a:off x="6515100" y="6553200"/>
            <a:ext cx="5257800"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63510841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312DA04-E0C1-2381-C68C-1ECA079CAB32}"/>
              </a:ext>
            </a:extLst>
          </p:cNvPr>
          <p:cNvSpPr/>
          <p:nvPr userDrawn="1"/>
        </p:nvSpPr>
        <p:spPr>
          <a:xfrm>
            <a:off x="0" y="5002182"/>
            <a:ext cx="12192000" cy="1855818"/>
          </a:xfrm>
          <a:custGeom>
            <a:avLst/>
            <a:gdLst>
              <a:gd name="connsiteX0" fmla="*/ 12192000 w 12192000"/>
              <a:gd name="connsiteY0" fmla="*/ 0 h 1855818"/>
              <a:gd name="connsiteX1" fmla="*/ 12192000 w 12192000"/>
              <a:gd name="connsiteY1" fmla="*/ 1855818 h 1855818"/>
              <a:gd name="connsiteX2" fmla="*/ 0 w 12192000"/>
              <a:gd name="connsiteY2" fmla="*/ 1855818 h 1855818"/>
              <a:gd name="connsiteX3" fmla="*/ 0 w 12192000"/>
              <a:gd name="connsiteY3" fmla="*/ 154547 h 1855818"/>
              <a:gd name="connsiteX4" fmla="*/ 12037452 w 12192000"/>
              <a:gd name="connsiteY4" fmla="*/ 154547 h 1855818"/>
              <a:gd name="connsiteX5" fmla="*/ 12192000 w 12192000"/>
              <a:gd name="connsiteY5" fmla="*/ 0 h 1855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55818">
                <a:moveTo>
                  <a:pt x="12192000" y="0"/>
                </a:moveTo>
                <a:lnTo>
                  <a:pt x="12192000" y="1855818"/>
                </a:lnTo>
                <a:lnTo>
                  <a:pt x="0" y="1855818"/>
                </a:lnTo>
                <a:lnTo>
                  <a:pt x="0" y="154547"/>
                </a:lnTo>
                <a:lnTo>
                  <a:pt x="12037452" y="154547"/>
                </a:lnTo>
                <a:cubicBezTo>
                  <a:pt x="12122806" y="154547"/>
                  <a:pt x="12192000" y="85354"/>
                  <a:pt x="12192000"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a:latin typeface="Artifakt Element" panose="020B0503050000020004" pitchFamily="34" charset="77"/>
            </a:endParaRPr>
          </a:p>
        </p:txBody>
      </p:sp>
      <p:grpSp>
        <p:nvGrpSpPr>
          <p:cNvPr id="8" name="Graphic 2">
            <a:extLst>
              <a:ext uri="{FF2B5EF4-FFF2-40B4-BE49-F238E27FC236}">
                <a16:creationId xmlns:a16="http://schemas.microsoft.com/office/drawing/2014/main" id="{D0709E80-AAE5-317C-3D96-A386750D6FE9}"/>
              </a:ext>
            </a:extLst>
          </p:cNvPr>
          <p:cNvGrpSpPr/>
          <p:nvPr userDrawn="1"/>
        </p:nvGrpSpPr>
        <p:grpSpPr>
          <a:xfrm>
            <a:off x="9711232" y="6203201"/>
            <a:ext cx="2025431" cy="208094"/>
            <a:chOff x="4616450" y="3276600"/>
            <a:chExt cx="2962049" cy="304323"/>
          </a:xfrm>
          <a:solidFill>
            <a:schemeClr val="tx1"/>
          </a:solidFill>
        </p:grpSpPr>
        <p:sp>
          <p:nvSpPr>
            <p:cNvPr id="9" name="Freeform 8">
              <a:extLst>
                <a:ext uri="{FF2B5EF4-FFF2-40B4-BE49-F238E27FC236}">
                  <a16:creationId xmlns:a16="http://schemas.microsoft.com/office/drawing/2014/main" id="{DF9801A6-8503-C7BD-3A83-F9C2D136E54B}"/>
                </a:ext>
              </a:extLst>
            </p:cNvPr>
            <p:cNvSpPr/>
            <p:nvPr/>
          </p:nvSpPr>
          <p:spPr>
            <a:xfrm>
              <a:off x="7312180" y="3284505"/>
              <a:ext cx="266318" cy="289083"/>
            </a:xfrm>
            <a:custGeom>
              <a:avLst/>
              <a:gdLst>
                <a:gd name="connsiteX0" fmla="*/ 266319 w 266318"/>
                <a:gd name="connsiteY0" fmla="*/ 0 h 289083"/>
                <a:gd name="connsiteX1" fmla="*/ 178688 w 266318"/>
                <a:gd name="connsiteY1" fmla="*/ 0 h 289083"/>
                <a:gd name="connsiteX2" fmla="*/ 73644 w 266318"/>
                <a:gd name="connsiteY2" fmla="*/ 117443 h 289083"/>
                <a:gd name="connsiteX3" fmla="*/ 73644 w 266318"/>
                <a:gd name="connsiteY3" fmla="*/ 0 h 289083"/>
                <a:gd name="connsiteX4" fmla="*/ 0 w 266318"/>
                <a:gd name="connsiteY4" fmla="*/ 0 h 289083"/>
                <a:gd name="connsiteX5" fmla="*/ 380 w 266318"/>
                <a:gd name="connsiteY5" fmla="*/ 289084 h 289083"/>
                <a:gd name="connsiteX6" fmla="*/ 73644 w 266318"/>
                <a:gd name="connsiteY6" fmla="*/ 289084 h 289083"/>
                <a:gd name="connsiteX7" fmla="*/ 73644 w 266318"/>
                <a:gd name="connsiteY7" fmla="*/ 179261 h 289083"/>
                <a:gd name="connsiteX8" fmla="*/ 173264 w 266318"/>
                <a:gd name="connsiteY8" fmla="*/ 289084 h 289083"/>
                <a:gd name="connsiteX9" fmla="*/ 266319 w 266318"/>
                <a:gd name="connsiteY9" fmla="*/ 289084 h 289083"/>
                <a:gd name="connsiteX10" fmla="*/ 132065 w 266318"/>
                <a:gd name="connsiteY10" fmla="*/ 146399 h 289083"/>
                <a:gd name="connsiteX11" fmla="*/ 266319 w 266318"/>
                <a:gd name="connsiteY11" fmla="*/ 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6318" h="289083">
                  <a:moveTo>
                    <a:pt x="266319" y="0"/>
                  </a:moveTo>
                  <a:lnTo>
                    <a:pt x="178688" y="0"/>
                  </a:lnTo>
                  <a:lnTo>
                    <a:pt x="73644" y="117443"/>
                  </a:lnTo>
                  <a:lnTo>
                    <a:pt x="73644" y="0"/>
                  </a:lnTo>
                  <a:lnTo>
                    <a:pt x="0" y="0"/>
                  </a:lnTo>
                  <a:lnTo>
                    <a:pt x="380" y="289084"/>
                  </a:lnTo>
                  <a:lnTo>
                    <a:pt x="73644" y="289084"/>
                  </a:lnTo>
                  <a:lnTo>
                    <a:pt x="73644" y="179261"/>
                  </a:lnTo>
                  <a:lnTo>
                    <a:pt x="173264" y="289084"/>
                  </a:lnTo>
                  <a:lnTo>
                    <a:pt x="266319" y="289084"/>
                  </a:lnTo>
                  <a:lnTo>
                    <a:pt x="132065" y="146399"/>
                  </a:lnTo>
                  <a:lnTo>
                    <a:pt x="266319" y="0"/>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0" name="Freeform 9">
              <a:extLst>
                <a:ext uri="{FF2B5EF4-FFF2-40B4-BE49-F238E27FC236}">
                  <a16:creationId xmlns:a16="http://schemas.microsoft.com/office/drawing/2014/main" id="{932CDE72-AA6A-CCD5-2BB9-99428EB7695D}"/>
                </a:ext>
              </a:extLst>
            </p:cNvPr>
            <p:cNvSpPr/>
            <p:nvPr/>
          </p:nvSpPr>
          <p:spPr>
            <a:xfrm>
              <a:off x="7003330" y="3276600"/>
              <a:ext cx="271361" cy="304323"/>
            </a:xfrm>
            <a:custGeom>
              <a:avLst/>
              <a:gdLst>
                <a:gd name="connsiteX0" fmla="*/ 190105 w 271361"/>
                <a:gd name="connsiteY0" fmla="*/ 126778 h 304323"/>
                <a:gd name="connsiteX1" fmla="*/ 122931 w 271361"/>
                <a:gd name="connsiteY1" fmla="*/ 119158 h 304323"/>
                <a:gd name="connsiteX2" fmla="*/ 73835 w 271361"/>
                <a:gd name="connsiteY2" fmla="*/ 91726 h 304323"/>
                <a:gd name="connsiteX3" fmla="*/ 133397 w 271361"/>
                <a:gd name="connsiteY3" fmla="*/ 63532 h 304323"/>
                <a:gd name="connsiteX4" fmla="*/ 194768 w 271361"/>
                <a:gd name="connsiteY4" fmla="*/ 98965 h 304323"/>
                <a:gd name="connsiteX5" fmla="*/ 266985 w 271361"/>
                <a:gd name="connsiteY5" fmla="*/ 98965 h 304323"/>
                <a:gd name="connsiteX6" fmla="*/ 137393 w 271361"/>
                <a:gd name="connsiteY6" fmla="*/ 0 h 304323"/>
                <a:gd name="connsiteX7" fmla="*/ 3901 w 271361"/>
                <a:gd name="connsiteY7" fmla="*/ 97917 h 304323"/>
                <a:gd name="connsiteX8" fmla="*/ 94862 w 271361"/>
                <a:gd name="connsiteY8" fmla="*/ 179261 h 304323"/>
                <a:gd name="connsiteX9" fmla="*/ 163084 w 271361"/>
                <a:gd name="connsiteY9" fmla="*/ 186500 h 304323"/>
                <a:gd name="connsiteX10" fmla="*/ 200952 w 271361"/>
                <a:gd name="connsiteY10" fmla="*/ 212503 h 304323"/>
                <a:gd name="connsiteX11" fmla="*/ 141770 w 271361"/>
                <a:gd name="connsiteY11" fmla="*/ 240697 h 304323"/>
                <a:gd name="connsiteX12" fmla="*/ 70695 w 271361"/>
                <a:gd name="connsiteY12" fmla="*/ 203835 h 304323"/>
                <a:gd name="connsiteX13" fmla="*/ 0 w 271361"/>
                <a:gd name="connsiteY13" fmla="*/ 203835 h 304323"/>
                <a:gd name="connsiteX14" fmla="*/ 139297 w 271361"/>
                <a:gd name="connsiteY14" fmla="*/ 304324 h 304323"/>
                <a:gd name="connsiteX15" fmla="*/ 271362 w 271361"/>
                <a:gd name="connsiteY15" fmla="*/ 211074 h 304323"/>
                <a:gd name="connsiteX16" fmla="*/ 190201 w 271361"/>
                <a:gd name="connsiteY16" fmla="*/ 126873 h 30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1361" h="304323">
                  <a:moveTo>
                    <a:pt x="190105" y="126778"/>
                  </a:moveTo>
                  <a:lnTo>
                    <a:pt x="122931" y="119158"/>
                  </a:lnTo>
                  <a:cubicBezTo>
                    <a:pt x="83540" y="114776"/>
                    <a:pt x="73835" y="105061"/>
                    <a:pt x="73835" y="91726"/>
                  </a:cubicBezTo>
                  <a:cubicBezTo>
                    <a:pt x="73835" y="76867"/>
                    <a:pt x="94006" y="63532"/>
                    <a:pt x="133397" y="63532"/>
                  </a:cubicBezTo>
                  <a:cubicBezTo>
                    <a:pt x="172789" y="63532"/>
                    <a:pt x="191152" y="77629"/>
                    <a:pt x="194768" y="98965"/>
                  </a:cubicBezTo>
                  <a:lnTo>
                    <a:pt x="266985" y="98965"/>
                  </a:lnTo>
                  <a:cubicBezTo>
                    <a:pt x="263370" y="37910"/>
                    <a:pt x="212085" y="0"/>
                    <a:pt x="137393" y="0"/>
                  </a:cubicBezTo>
                  <a:cubicBezTo>
                    <a:pt x="48621" y="0"/>
                    <a:pt x="3901" y="35433"/>
                    <a:pt x="3901" y="97917"/>
                  </a:cubicBezTo>
                  <a:cubicBezTo>
                    <a:pt x="3901" y="148876"/>
                    <a:pt x="33492" y="172688"/>
                    <a:pt x="94862" y="179261"/>
                  </a:cubicBezTo>
                  <a:lnTo>
                    <a:pt x="163084" y="186500"/>
                  </a:lnTo>
                  <a:cubicBezTo>
                    <a:pt x="189059" y="189357"/>
                    <a:pt x="200952" y="199549"/>
                    <a:pt x="200952" y="212503"/>
                  </a:cubicBezTo>
                  <a:cubicBezTo>
                    <a:pt x="200952" y="227362"/>
                    <a:pt x="183636" y="240697"/>
                    <a:pt x="141770" y="240697"/>
                  </a:cubicBezTo>
                  <a:cubicBezTo>
                    <a:pt x="93435" y="240697"/>
                    <a:pt x="73930" y="228410"/>
                    <a:pt x="70695" y="203835"/>
                  </a:cubicBezTo>
                  <a:lnTo>
                    <a:pt x="0" y="203835"/>
                  </a:lnTo>
                  <a:cubicBezTo>
                    <a:pt x="3235" y="270320"/>
                    <a:pt x="46527" y="304324"/>
                    <a:pt x="139297" y="304324"/>
                  </a:cubicBezTo>
                  <a:cubicBezTo>
                    <a:pt x="224073" y="304324"/>
                    <a:pt x="271362" y="267081"/>
                    <a:pt x="271362" y="211074"/>
                  </a:cubicBezTo>
                  <a:cubicBezTo>
                    <a:pt x="271362" y="162306"/>
                    <a:pt x="243198" y="133064"/>
                    <a:pt x="190201" y="1268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1" name="Freeform 10">
              <a:extLst>
                <a:ext uri="{FF2B5EF4-FFF2-40B4-BE49-F238E27FC236}">
                  <a16:creationId xmlns:a16="http://schemas.microsoft.com/office/drawing/2014/main" id="{D54C3C04-DEEE-D29D-ABF0-5B124798FBC4}"/>
                </a:ext>
              </a:extLst>
            </p:cNvPr>
            <p:cNvSpPr/>
            <p:nvPr/>
          </p:nvSpPr>
          <p:spPr>
            <a:xfrm>
              <a:off x="6738343" y="3284505"/>
              <a:ext cx="232446" cy="289083"/>
            </a:xfrm>
            <a:custGeom>
              <a:avLst/>
              <a:gdLst>
                <a:gd name="connsiteX0" fmla="*/ 0 w 232446"/>
                <a:gd name="connsiteY0" fmla="*/ 289084 h 289083"/>
                <a:gd name="connsiteX1" fmla="*/ 232446 w 232446"/>
                <a:gd name="connsiteY1" fmla="*/ 289084 h 289083"/>
                <a:gd name="connsiteX2" fmla="*/ 232446 w 232446"/>
                <a:gd name="connsiteY2" fmla="*/ 226600 h 289083"/>
                <a:gd name="connsiteX3" fmla="*/ 73645 w 232446"/>
                <a:gd name="connsiteY3" fmla="*/ 226600 h 289083"/>
                <a:gd name="connsiteX4" fmla="*/ 73645 w 232446"/>
                <a:gd name="connsiteY4" fmla="*/ 174212 h 289083"/>
                <a:gd name="connsiteX5" fmla="*/ 201333 w 232446"/>
                <a:gd name="connsiteY5" fmla="*/ 174212 h 289083"/>
                <a:gd name="connsiteX6" fmla="*/ 201333 w 232446"/>
                <a:gd name="connsiteY6" fmla="*/ 111347 h 289083"/>
                <a:gd name="connsiteX7" fmla="*/ 73645 w 232446"/>
                <a:gd name="connsiteY7" fmla="*/ 111347 h 289083"/>
                <a:gd name="connsiteX8" fmla="*/ 73645 w 232446"/>
                <a:gd name="connsiteY8" fmla="*/ 62579 h 289083"/>
                <a:gd name="connsiteX9" fmla="*/ 232446 w 232446"/>
                <a:gd name="connsiteY9" fmla="*/ 62579 h 289083"/>
                <a:gd name="connsiteX10" fmla="*/ 232446 w 232446"/>
                <a:gd name="connsiteY10" fmla="*/ 0 h 289083"/>
                <a:gd name="connsiteX11" fmla="*/ 0 w 232446"/>
                <a:gd name="connsiteY11" fmla="*/ 0 h 289083"/>
                <a:gd name="connsiteX12" fmla="*/ 0 w 232446"/>
                <a:gd name="connsiteY12"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446" h="289083">
                  <a:moveTo>
                    <a:pt x="0" y="289084"/>
                  </a:moveTo>
                  <a:lnTo>
                    <a:pt x="232446" y="289084"/>
                  </a:lnTo>
                  <a:lnTo>
                    <a:pt x="232446" y="226600"/>
                  </a:lnTo>
                  <a:lnTo>
                    <a:pt x="73645" y="226600"/>
                  </a:lnTo>
                  <a:lnTo>
                    <a:pt x="73645" y="174212"/>
                  </a:lnTo>
                  <a:lnTo>
                    <a:pt x="201333" y="174212"/>
                  </a:lnTo>
                  <a:lnTo>
                    <a:pt x="201333" y="111347"/>
                  </a:lnTo>
                  <a:lnTo>
                    <a:pt x="73645" y="111347"/>
                  </a:lnTo>
                  <a:lnTo>
                    <a:pt x="73645" y="62579"/>
                  </a:lnTo>
                  <a:lnTo>
                    <a:pt x="232446" y="62579"/>
                  </a:lnTo>
                  <a:lnTo>
                    <a:pt x="232446" y="0"/>
                  </a:lnTo>
                  <a:lnTo>
                    <a:pt x="0" y="0"/>
                  </a:lnTo>
                  <a:lnTo>
                    <a:pt x="0"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2" name="Freeform 11">
              <a:extLst>
                <a:ext uri="{FF2B5EF4-FFF2-40B4-BE49-F238E27FC236}">
                  <a16:creationId xmlns:a16="http://schemas.microsoft.com/office/drawing/2014/main" id="{3AFE1EBA-EC30-7CAC-6513-0224937269EA}"/>
                </a:ext>
              </a:extLst>
            </p:cNvPr>
            <p:cNvSpPr/>
            <p:nvPr/>
          </p:nvSpPr>
          <p:spPr>
            <a:xfrm>
              <a:off x="6430064" y="3284505"/>
              <a:ext cx="267080" cy="289083"/>
            </a:xfrm>
            <a:custGeom>
              <a:avLst/>
              <a:gdLst>
                <a:gd name="connsiteX0" fmla="*/ 135015 w 267080"/>
                <a:gd name="connsiteY0" fmla="*/ 0 h 289083"/>
                <a:gd name="connsiteX1" fmla="*/ 0 w 267080"/>
                <a:gd name="connsiteY1" fmla="*/ 0 h 289083"/>
                <a:gd name="connsiteX2" fmla="*/ 0 w 267080"/>
                <a:gd name="connsiteY2" fmla="*/ 289084 h 289083"/>
                <a:gd name="connsiteX3" fmla="*/ 135015 w 267080"/>
                <a:gd name="connsiteY3" fmla="*/ 289084 h 289083"/>
                <a:gd name="connsiteX4" fmla="*/ 267080 w 267080"/>
                <a:gd name="connsiteY4" fmla="*/ 142399 h 289083"/>
                <a:gd name="connsiteX5" fmla="*/ 135015 w 267080"/>
                <a:gd name="connsiteY5" fmla="*/ 95 h 289083"/>
                <a:gd name="connsiteX6" fmla="*/ 132065 w 267080"/>
                <a:gd name="connsiteY6" fmla="*/ 226600 h 289083"/>
                <a:gd name="connsiteX7" fmla="*/ 73549 w 267080"/>
                <a:gd name="connsiteY7" fmla="*/ 226600 h 289083"/>
                <a:gd name="connsiteX8" fmla="*/ 73549 w 267080"/>
                <a:gd name="connsiteY8" fmla="*/ 62579 h 289083"/>
                <a:gd name="connsiteX9" fmla="*/ 132065 w 267080"/>
                <a:gd name="connsiteY9" fmla="*/ 62579 h 289083"/>
                <a:gd name="connsiteX10" fmla="*/ 192008 w 267080"/>
                <a:gd name="connsiteY10" fmla="*/ 142399 h 289083"/>
                <a:gd name="connsiteX11" fmla="*/ 132065 w 267080"/>
                <a:gd name="connsiteY11" fmla="*/ 226600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7080" h="289083">
                  <a:moveTo>
                    <a:pt x="135015" y="0"/>
                  </a:moveTo>
                  <a:lnTo>
                    <a:pt x="0" y="0"/>
                  </a:lnTo>
                  <a:lnTo>
                    <a:pt x="0" y="289084"/>
                  </a:lnTo>
                  <a:lnTo>
                    <a:pt x="135015" y="289084"/>
                  </a:lnTo>
                  <a:cubicBezTo>
                    <a:pt x="238631" y="289084"/>
                    <a:pt x="267080" y="250412"/>
                    <a:pt x="267080" y="142399"/>
                  </a:cubicBezTo>
                  <a:cubicBezTo>
                    <a:pt x="267080" y="40862"/>
                    <a:pt x="239678" y="95"/>
                    <a:pt x="135015" y="95"/>
                  </a:cubicBezTo>
                  <a:close/>
                  <a:moveTo>
                    <a:pt x="132065" y="226600"/>
                  </a:moveTo>
                  <a:lnTo>
                    <a:pt x="73549" y="226600"/>
                  </a:lnTo>
                  <a:lnTo>
                    <a:pt x="73549" y="62579"/>
                  </a:lnTo>
                  <a:lnTo>
                    <a:pt x="132065" y="62579"/>
                  </a:lnTo>
                  <a:cubicBezTo>
                    <a:pt x="178307" y="62579"/>
                    <a:pt x="192008" y="75247"/>
                    <a:pt x="192008" y="142399"/>
                  </a:cubicBezTo>
                  <a:cubicBezTo>
                    <a:pt x="192008" y="203835"/>
                    <a:pt x="176595" y="226600"/>
                    <a:pt x="132065" y="226600"/>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3" name="Freeform 12">
              <a:extLst>
                <a:ext uri="{FF2B5EF4-FFF2-40B4-BE49-F238E27FC236}">
                  <a16:creationId xmlns:a16="http://schemas.microsoft.com/office/drawing/2014/main" id="{7AFED292-D773-B049-2BB6-91F37C498C44}"/>
                </a:ext>
              </a:extLst>
            </p:cNvPr>
            <p:cNvSpPr/>
            <p:nvPr/>
          </p:nvSpPr>
          <p:spPr>
            <a:xfrm>
              <a:off x="6070595" y="3276600"/>
              <a:ext cx="319411" cy="304228"/>
            </a:xfrm>
            <a:custGeom>
              <a:avLst/>
              <a:gdLst>
                <a:gd name="connsiteX0" fmla="*/ 159563 w 319411"/>
                <a:gd name="connsiteY0" fmla="*/ 0 h 304228"/>
                <a:gd name="connsiteX1" fmla="*/ 0 w 319411"/>
                <a:gd name="connsiteY1" fmla="*/ 151733 h 304228"/>
                <a:gd name="connsiteX2" fmla="*/ 159563 w 319411"/>
                <a:gd name="connsiteY2" fmla="*/ 304229 h 304228"/>
                <a:gd name="connsiteX3" fmla="*/ 319411 w 319411"/>
                <a:gd name="connsiteY3" fmla="*/ 151733 h 304228"/>
                <a:gd name="connsiteX4" fmla="*/ 159563 w 319411"/>
                <a:gd name="connsiteY4" fmla="*/ 0 h 304228"/>
                <a:gd name="connsiteX5" fmla="*/ 159563 w 319411"/>
                <a:gd name="connsiteY5" fmla="*/ 239173 h 304228"/>
                <a:gd name="connsiteX6" fmla="*/ 75072 w 319411"/>
                <a:gd name="connsiteY6" fmla="*/ 151733 h 304228"/>
                <a:gd name="connsiteX7" fmla="*/ 159563 w 319411"/>
                <a:gd name="connsiteY7" fmla="*/ 65056 h 304228"/>
                <a:gd name="connsiteX8" fmla="*/ 244054 w 319411"/>
                <a:gd name="connsiteY8" fmla="*/ 151733 h 304228"/>
                <a:gd name="connsiteX9" fmla="*/ 159563 w 319411"/>
                <a:gd name="connsiteY9" fmla="*/ 239173 h 304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411" h="304228">
                  <a:moveTo>
                    <a:pt x="159563" y="0"/>
                  </a:moveTo>
                  <a:cubicBezTo>
                    <a:pt x="54520" y="0"/>
                    <a:pt x="0" y="64675"/>
                    <a:pt x="0" y="151733"/>
                  </a:cubicBezTo>
                  <a:cubicBezTo>
                    <a:pt x="0" y="238792"/>
                    <a:pt x="54520" y="304229"/>
                    <a:pt x="159563" y="304229"/>
                  </a:cubicBezTo>
                  <a:cubicBezTo>
                    <a:pt x="264606" y="304229"/>
                    <a:pt x="319411" y="239173"/>
                    <a:pt x="319411" y="151733"/>
                  </a:cubicBezTo>
                  <a:cubicBezTo>
                    <a:pt x="319411" y="64294"/>
                    <a:pt x="264892" y="0"/>
                    <a:pt x="159563" y="0"/>
                  </a:cubicBezTo>
                  <a:close/>
                  <a:moveTo>
                    <a:pt x="159563" y="239173"/>
                  </a:moveTo>
                  <a:cubicBezTo>
                    <a:pt x="105043" y="239173"/>
                    <a:pt x="75072" y="205931"/>
                    <a:pt x="75072" y="151733"/>
                  </a:cubicBezTo>
                  <a:cubicBezTo>
                    <a:pt x="75072" y="97536"/>
                    <a:pt x="105043" y="65056"/>
                    <a:pt x="159563" y="65056"/>
                  </a:cubicBezTo>
                  <a:cubicBezTo>
                    <a:pt x="214083" y="65056"/>
                    <a:pt x="244054" y="98679"/>
                    <a:pt x="244054" y="151733"/>
                  </a:cubicBezTo>
                  <a:cubicBezTo>
                    <a:pt x="244054" y="204788"/>
                    <a:pt x="214463" y="239173"/>
                    <a:pt x="159563" y="239173"/>
                  </a:cubicBez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4" name="Freeform 13">
              <a:extLst>
                <a:ext uri="{FF2B5EF4-FFF2-40B4-BE49-F238E27FC236}">
                  <a16:creationId xmlns:a16="http://schemas.microsoft.com/office/drawing/2014/main" id="{13937ACC-4CCA-4223-E8EC-90C1528F86DD}"/>
                </a:ext>
              </a:extLst>
            </p:cNvPr>
            <p:cNvSpPr/>
            <p:nvPr/>
          </p:nvSpPr>
          <p:spPr>
            <a:xfrm>
              <a:off x="5799233" y="3284505"/>
              <a:ext cx="259468" cy="289083"/>
            </a:xfrm>
            <a:custGeom>
              <a:avLst/>
              <a:gdLst>
                <a:gd name="connsiteX0" fmla="*/ 0 w 259468"/>
                <a:gd name="connsiteY0" fmla="*/ 62579 h 289083"/>
                <a:gd name="connsiteX1" fmla="*/ 93150 w 259468"/>
                <a:gd name="connsiteY1" fmla="*/ 62579 h 289083"/>
                <a:gd name="connsiteX2" fmla="*/ 93150 w 259468"/>
                <a:gd name="connsiteY2" fmla="*/ 289084 h 289083"/>
                <a:gd name="connsiteX3" fmla="*/ 166699 w 259468"/>
                <a:gd name="connsiteY3" fmla="*/ 289084 h 289083"/>
                <a:gd name="connsiteX4" fmla="*/ 166699 w 259468"/>
                <a:gd name="connsiteY4" fmla="*/ 62579 h 289083"/>
                <a:gd name="connsiteX5" fmla="*/ 259468 w 259468"/>
                <a:gd name="connsiteY5" fmla="*/ 62579 h 289083"/>
                <a:gd name="connsiteX6" fmla="*/ 259468 w 259468"/>
                <a:gd name="connsiteY6" fmla="*/ 0 h 289083"/>
                <a:gd name="connsiteX7" fmla="*/ 0 w 259468"/>
                <a:gd name="connsiteY7" fmla="*/ 0 h 289083"/>
                <a:gd name="connsiteX8" fmla="*/ 0 w 259468"/>
                <a:gd name="connsiteY8" fmla="*/ 62579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468" h="289083">
                  <a:moveTo>
                    <a:pt x="0" y="62579"/>
                  </a:moveTo>
                  <a:lnTo>
                    <a:pt x="93150" y="62579"/>
                  </a:lnTo>
                  <a:lnTo>
                    <a:pt x="93150" y="289084"/>
                  </a:lnTo>
                  <a:lnTo>
                    <a:pt x="166699" y="289084"/>
                  </a:lnTo>
                  <a:lnTo>
                    <a:pt x="166699" y="62579"/>
                  </a:lnTo>
                  <a:lnTo>
                    <a:pt x="259468" y="62579"/>
                  </a:lnTo>
                  <a:lnTo>
                    <a:pt x="259468" y="0"/>
                  </a:lnTo>
                  <a:lnTo>
                    <a:pt x="0" y="0"/>
                  </a:lnTo>
                  <a:lnTo>
                    <a:pt x="0" y="6257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5" name="Freeform 14">
              <a:extLst>
                <a:ext uri="{FF2B5EF4-FFF2-40B4-BE49-F238E27FC236}">
                  <a16:creationId xmlns:a16="http://schemas.microsoft.com/office/drawing/2014/main" id="{70ED016E-E9E4-183F-B065-2CCFEECCB0A9}"/>
                </a:ext>
              </a:extLst>
            </p:cNvPr>
            <p:cNvSpPr/>
            <p:nvPr/>
          </p:nvSpPr>
          <p:spPr>
            <a:xfrm>
              <a:off x="5492857" y="3284505"/>
              <a:ext cx="272789" cy="296227"/>
            </a:xfrm>
            <a:custGeom>
              <a:avLst/>
              <a:gdLst>
                <a:gd name="connsiteX0" fmla="*/ 199240 w 272789"/>
                <a:gd name="connsiteY0" fmla="*/ 178499 h 296227"/>
                <a:gd name="connsiteX1" fmla="*/ 136823 w 272789"/>
                <a:gd name="connsiteY1" fmla="*/ 231267 h 296227"/>
                <a:gd name="connsiteX2" fmla="*/ 73644 w 272789"/>
                <a:gd name="connsiteY2" fmla="*/ 178499 h 296227"/>
                <a:gd name="connsiteX3" fmla="*/ 73644 w 272789"/>
                <a:gd name="connsiteY3" fmla="*/ 0 h 296227"/>
                <a:gd name="connsiteX4" fmla="*/ 0 w 272789"/>
                <a:gd name="connsiteY4" fmla="*/ 0 h 296227"/>
                <a:gd name="connsiteX5" fmla="*/ 0 w 272789"/>
                <a:gd name="connsiteY5" fmla="*/ 186785 h 296227"/>
                <a:gd name="connsiteX6" fmla="*/ 136728 w 272789"/>
                <a:gd name="connsiteY6" fmla="*/ 296228 h 296227"/>
                <a:gd name="connsiteX7" fmla="*/ 272789 w 272789"/>
                <a:gd name="connsiteY7" fmla="*/ 186785 h 296227"/>
                <a:gd name="connsiteX8" fmla="*/ 272789 w 272789"/>
                <a:gd name="connsiteY8" fmla="*/ 0 h 296227"/>
                <a:gd name="connsiteX9" fmla="*/ 199145 w 272789"/>
                <a:gd name="connsiteY9" fmla="*/ 0 h 296227"/>
                <a:gd name="connsiteX10" fmla="*/ 199145 w 272789"/>
                <a:gd name="connsiteY10" fmla="*/ 178499 h 296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789" h="296227">
                  <a:moveTo>
                    <a:pt x="199240" y="178499"/>
                  </a:moveTo>
                  <a:cubicBezTo>
                    <a:pt x="199240" y="216122"/>
                    <a:pt x="176119" y="231267"/>
                    <a:pt x="136823" y="231267"/>
                  </a:cubicBezTo>
                  <a:cubicBezTo>
                    <a:pt x="97527" y="231267"/>
                    <a:pt x="73644" y="215360"/>
                    <a:pt x="73644" y="178499"/>
                  </a:cubicBezTo>
                  <a:lnTo>
                    <a:pt x="73644" y="0"/>
                  </a:lnTo>
                  <a:lnTo>
                    <a:pt x="0" y="0"/>
                  </a:lnTo>
                  <a:lnTo>
                    <a:pt x="0" y="186785"/>
                  </a:lnTo>
                  <a:cubicBezTo>
                    <a:pt x="0" y="270224"/>
                    <a:pt x="74310" y="296228"/>
                    <a:pt x="136728" y="296228"/>
                  </a:cubicBezTo>
                  <a:cubicBezTo>
                    <a:pt x="199145" y="296228"/>
                    <a:pt x="272789" y="270224"/>
                    <a:pt x="272789" y="186785"/>
                  </a:cubicBezTo>
                  <a:lnTo>
                    <a:pt x="272789" y="0"/>
                  </a:lnTo>
                  <a:lnTo>
                    <a:pt x="199145" y="0"/>
                  </a:lnTo>
                  <a:lnTo>
                    <a:pt x="199145" y="178499"/>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6" name="Freeform 15">
              <a:extLst>
                <a:ext uri="{FF2B5EF4-FFF2-40B4-BE49-F238E27FC236}">
                  <a16:creationId xmlns:a16="http://schemas.microsoft.com/office/drawing/2014/main" id="{0F75BCA2-F9D4-5CE0-1DC2-AC2117281F65}"/>
                </a:ext>
              </a:extLst>
            </p:cNvPr>
            <p:cNvSpPr/>
            <p:nvPr/>
          </p:nvSpPr>
          <p:spPr>
            <a:xfrm>
              <a:off x="5166595" y="3284505"/>
              <a:ext cx="316842" cy="289083"/>
            </a:xfrm>
            <a:custGeom>
              <a:avLst/>
              <a:gdLst>
                <a:gd name="connsiteX0" fmla="*/ 110752 w 316842"/>
                <a:gd name="connsiteY0" fmla="*/ 0 h 289083"/>
                <a:gd name="connsiteX1" fmla="*/ 0 w 316842"/>
                <a:gd name="connsiteY1" fmla="*/ 289084 h 289083"/>
                <a:gd name="connsiteX2" fmla="*/ 76118 w 316842"/>
                <a:gd name="connsiteY2" fmla="*/ 289084 h 289083"/>
                <a:gd name="connsiteX3" fmla="*/ 95433 w 316842"/>
                <a:gd name="connsiteY3" fmla="*/ 234887 h 289083"/>
                <a:gd name="connsiteX4" fmla="*/ 219126 w 316842"/>
                <a:gd name="connsiteY4" fmla="*/ 234887 h 289083"/>
                <a:gd name="connsiteX5" fmla="*/ 238155 w 316842"/>
                <a:gd name="connsiteY5" fmla="*/ 289084 h 289083"/>
                <a:gd name="connsiteX6" fmla="*/ 316843 w 316842"/>
                <a:gd name="connsiteY6" fmla="*/ 289084 h 289083"/>
                <a:gd name="connsiteX7" fmla="*/ 204663 w 316842"/>
                <a:gd name="connsiteY7" fmla="*/ 0 h 289083"/>
                <a:gd name="connsiteX8" fmla="*/ 110752 w 316842"/>
                <a:gd name="connsiteY8" fmla="*/ 0 h 289083"/>
                <a:gd name="connsiteX9" fmla="*/ 117413 w 316842"/>
                <a:gd name="connsiteY9" fmla="*/ 173450 h 289083"/>
                <a:gd name="connsiteX10" fmla="*/ 157850 w 316842"/>
                <a:gd name="connsiteY10" fmla="*/ 60198 h 289083"/>
                <a:gd name="connsiteX11" fmla="*/ 197622 w 316842"/>
                <a:gd name="connsiteY11" fmla="*/ 173546 h 289083"/>
                <a:gd name="connsiteX12" fmla="*/ 117413 w 316842"/>
                <a:gd name="connsiteY12" fmla="*/ 173546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6842" h="289083">
                  <a:moveTo>
                    <a:pt x="110752" y="0"/>
                  </a:moveTo>
                  <a:lnTo>
                    <a:pt x="0" y="289084"/>
                  </a:lnTo>
                  <a:lnTo>
                    <a:pt x="76118" y="289084"/>
                  </a:lnTo>
                  <a:lnTo>
                    <a:pt x="95433" y="234887"/>
                  </a:lnTo>
                  <a:lnTo>
                    <a:pt x="219126" y="234887"/>
                  </a:lnTo>
                  <a:lnTo>
                    <a:pt x="238155" y="289084"/>
                  </a:lnTo>
                  <a:lnTo>
                    <a:pt x="316843" y="289084"/>
                  </a:lnTo>
                  <a:lnTo>
                    <a:pt x="204663" y="0"/>
                  </a:lnTo>
                  <a:lnTo>
                    <a:pt x="110752" y="0"/>
                  </a:lnTo>
                  <a:close/>
                  <a:moveTo>
                    <a:pt x="117413" y="173450"/>
                  </a:moveTo>
                  <a:lnTo>
                    <a:pt x="157850" y="60198"/>
                  </a:lnTo>
                  <a:lnTo>
                    <a:pt x="197622" y="173546"/>
                  </a:lnTo>
                  <a:lnTo>
                    <a:pt x="117413" y="173546"/>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sp>
          <p:nvSpPr>
            <p:cNvPr id="17" name="Freeform 16">
              <a:extLst>
                <a:ext uri="{FF2B5EF4-FFF2-40B4-BE49-F238E27FC236}">
                  <a16:creationId xmlns:a16="http://schemas.microsoft.com/office/drawing/2014/main" id="{C0A6EB6B-88E5-0815-8D40-BDA9B2DCFAFD}"/>
                </a:ext>
              </a:extLst>
            </p:cNvPr>
            <p:cNvSpPr/>
            <p:nvPr/>
          </p:nvSpPr>
          <p:spPr>
            <a:xfrm>
              <a:off x="4616450" y="3284505"/>
              <a:ext cx="422266" cy="289083"/>
            </a:xfrm>
            <a:custGeom>
              <a:avLst/>
              <a:gdLst>
                <a:gd name="connsiteX0" fmla="*/ 2284 w 422266"/>
                <a:gd name="connsiteY0" fmla="*/ 289084 h 289083"/>
                <a:gd name="connsiteX1" fmla="*/ 260800 w 422266"/>
                <a:gd name="connsiteY1" fmla="*/ 128111 h 289083"/>
                <a:gd name="connsiteX2" fmla="*/ 394959 w 422266"/>
                <a:gd name="connsiteY2" fmla="*/ 128111 h 289083"/>
                <a:gd name="connsiteX3" fmla="*/ 402761 w 422266"/>
                <a:gd name="connsiteY3" fmla="*/ 135922 h 289083"/>
                <a:gd name="connsiteX4" fmla="*/ 402761 w 422266"/>
                <a:gd name="connsiteY4" fmla="*/ 135922 h 289083"/>
                <a:gd name="connsiteX5" fmla="*/ 399146 w 422266"/>
                <a:gd name="connsiteY5" fmla="*/ 142494 h 289083"/>
                <a:gd name="connsiteX6" fmla="*/ 272123 w 422266"/>
                <a:gd name="connsiteY6" fmla="*/ 218694 h 289083"/>
                <a:gd name="connsiteX7" fmla="*/ 260991 w 422266"/>
                <a:gd name="connsiteY7" fmla="*/ 240982 h 289083"/>
                <a:gd name="connsiteX8" fmla="*/ 260991 w 422266"/>
                <a:gd name="connsiteY8" fmla="*/ 288989 h 289083"/>
                <a:gd name="connsiteX9" fmla="*/ 422266 w 422266"/>
                <a:gd name="connsiteY9" fmla="*/ 288989 h 289083"/>
                <a:gd name="connsiteX10" fmla="*/ 422266 w 422266"/>
                <a:gd name="connsiteY10" fmla="*/ 9906 h 289083"/>
                <a:gd name="connsiteX11" fmla="*/ 412371 w 422266"/>
                <a:gd name="connsiteY11" fmla="*/ 0 h 289083"/>
                <a:gd name="connsiteX12" fmla="*/ 411895 w 422266"/>
                <a:gd name="connsiteY12" fmla="*/ 0 h 289083"/>
                <a:gd name="connsiteX13" fmla="*/ 257946 w 422266"/>
                <a:gd name="connsiteY13" fmla="*/ 0 h 289083"/>
                <a:gd name="connsiteX14" fmla="*/ 0 w 422266"/>
                <a:gd name="connsiteY14" fmla="*/ 160306 h 289083"/>
                <a:gd name="connsiteX15" fmla="*/ 0 w 422266"/>
                <a:gd name="connsiteY15" fmla="*/ 289084 h 289083"/>
                <a:gd name="connsiteX16" fmla="*/ 2284 w 422266"/>
                <a:gd name="connsiteY16" fmla="*/ 289084 h 28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2266" h="289083">
                  <a:moveTo>
                    <a:pt x="2284" y="289084"/>
                  </a:moveTo>
                  <a:lnTo>
                    <a:pt x="260800" y="128111"/>
                  </a:lnTo>
                  <a:lnTo>
                    <a:pt x="394959" y="128111"/>
                  </a:lnTo>
                  <a:cubicBezTo>
                    <a:pt x="399241" y="128111"/>
                    <a:pt x="402761" y="131636"/>
                    <a:pt x="402761" y="135922"/>
                  </a:cubicBezTo>
                  <a:lnTo>
                    <a:pt x="402761" y="135922"/>
                  </a:lnTo>
                  <a:cubicBezTo>
                    <a:pt x="402951" y="138684"/>
                    <a:pt x="401524" y="141256"/>
                    <a:pt x="399146" y="142494"/>
                  </a:cubicBezTo>
                  <a:lnTo>
                    <a:pt x="272123" y="218694"/>
                  </a:lnTo>
                  <a:cubicBezTo>
                    <a:pt x="263845" y="223647"/>
                    <a:pt x="260991" y="233553"/>
                    <a:pt x="260991" y="240982"/>
                  </a:cubicBezTo>
                  <a:lnTo>
                    <a:pt x="260991" y="288989"/>
                  </a:lnTo>
                  <a:cubicBezTo>
                    <a:pt x="260991" y="288989"/>
                    <a:pt x="422266" y="288989"/>
                    <a:pt x="422266" y="288989"/>
                  </a:cubicBezTo>
                  <a:lnTo>
                    <a:pt x="422266" y="9906"/>
                  </a:lnTo>
                  <a:cubicBezTo>
                    <a:pt x="422266" y="4477"/>
                    <a:pt x="417890" y="0"/>
                    <a:pt x="412371" y="0"/>
                  </a:cubicBezTo>
                  <a:cubicBezTo>
                    <a:pt x="412181" y="0"/>
                    <a:pt x="412086" y="0"/>
                    <a:pt x="411895" y="0"/>
                  </a:cubicBezTo>
                  <a:lnTo>
                    <a:pt x="257946" y="0"/>
                  </a:lnTo>
                  <a:lnTo>
                    <a:pt x="0" y="160306"/>
                  </a:lnTo>
                  <a:lnTo>
                    <a:pt x="0" y="289084"/>
                  </a:lnTo>
                  <a:lnTo>
                    <a:pt x="2284" y="289084"/>
                  </a:lnTo>
                  <a:close/>
                </a:path>
              </a:pathLst>
            </a:custGeom>
            <a:grpFill/>
            <a:ln w="9494" cap="flat">
              <a:noFill/>
              <a:prstDash val="solid"/>
              <a:miter/>
            </a:ln>
          </p:spPr>
          <p:txBody>
            <a:bodyPr rtlCol="0" anchor="ctr"/>
            <a:lstStyle/>
            <a:p>
              <a:endParaRPr lang="en-US" b="0" i="0">
                <a:latin typeface="Artifakt Element" panose="020B0503050000020004" pitchFamily="34" charset="77"/>
              </a:endParaRPr>
            </a:p>
          </p:txBody>
        </p:sp>
      </p:grpSp>
      <p:sp>
        <p:nvSpPr>
          <p:cNvPr id="4" name="Text Placeholder 18">
            <a:extLst>
              <a:ext uri="{FF2B5EF4-FFF2-40B4-BE49-F238E27FC236}">
                <a16:creationId xmlns:a16="http://schemas.microsoft.com/office/drawing/2014/main" id="{73F2B294-6717-735B-E510-99CAE24EB4C5}"/>
              </a:ext>
            </a:extLst>
          </p:cNvPr>
          <p:cNvSpPr>
            <a:spLocks noGrp="1"/>
          </p:cNvSpPr>
          <p:nvPr>
            <p:ph type="body" sz="quarter" idx="28" hasCustomPrompt="1"/>
          </p:nvPr>
        </p:nvSpPr>
        <p:spPr>
          <a:xfrm>
            <a:off x="419100" y="6421359"/>
            <a:ext cx="5318951"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6" name="Title 5">
            <a:extLst>
              <a:ext uri="{FF2B5EF4-FFF2-40B4-BE49-F238E27FC236}">
                <a16:creationId xmlns:a16="http://schemas.microsoft.com/office/drawing/2014/main" id="{119AF9AA-113E-6011-BEAD-527B79BE80CE}"/>
              </a:ext>
            </a:extLst>
          </p:cNvPr>
          <p:cNvSpPr>
            <a:spLocks noGrp="1"/>
          </p:cNvSpPr>
          <p:nvPr>
            <p:ph type="title" hasCustomPrompt="1"/>
          </p:nvPr>
        </p:nvSpPr>
        <p:spPr>
          <a:xfrm>
            <a:off x="419100" y="423668"/>
            <a:ext cx="4884211" cy="963247"/>
          </a:xfrm>
        </p:spPr>
        <p:txBody>
          <a:bodyPr/>
          <a:lstStyle/>
          <a:p>
            <a:pPr lvl="0"/>
            <a:r>
              <a:rPr lang="en-US"/>
              <a:t>Click to add title</a:t>
            </a:r>
          </a:p>
        </p:txBody>
      </p:sp>
    </p:spTree>
    <p:extLst>
      <p:ext uri="{BB962C8B-B14F-4D97-AF65-F5344CB8AC3E}">
        <p14:creationId xmlns:p14="http://schemas.microsoft.com/office/powerpoint/2010/main" val="3308619180"/>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genda Slide 2 (with Image)">
    <p:spTree>
      <p:nvGrpSpPr>
        <p:cNvPr id="1" name=""/>
        <p:cNvGrpSpPr/>
        <p:nvPr/>
      </p:nvGrpSpPr>
      <p:grpSpPr>
        <a:xfrm>
          <a:off x="0" y="0"/>
          <a:ext cx="0" cy="0"/>
          <a:chOff x="0" y="0"/>
          <a:chExt cx="0" cy="0"/>
        </a:xfrm>
      </p:grpSpPr>
      <p:sp>
        <p:nvSpPr>
          <p:cNvPr id="20" name="Picture Placeholder 1">
            <a:extLst>
              <a:ext uri="{FF2B5EF4-FFF2-40B4-BE49-F238E27FC236}">
                <a16:creationId xmlns:a16="http://schemas.microsoft.com/office/drawing/2014/main" id="{0A9F502A-839C-9F82-5D46-5CFC0D38A6C7}"/>
              </a:ext>
            </a:extLst>
          </p:cNvPr>
          <p:cNvSpPr>
            <a:spLocks noGrp="1"/>
          </p:cNvSpPr>
          <p:nvPr>
            <p:ph type="pic" sz="quarter" idx="10"/>
          </p:nvPr>
        </p:nvSpPr>
        <p:spPr>
          <a:xfrm>
            <a:off x="0" y="4718050"/>
            <a:ext cx="12192000" cy="2139950"/>
          </a:xfrm>
          <a:custGeom>
            <a:avLst/>
            <a:gdLst>
              <a:gd name="connsiteX0" fmla="*/ 12191999 w 12192000"/>
              <a:gd name="connsiteY0" fmla="*/ 0 h 2139950"/>
              <a:gd name="connsiteX1" fmla="*/ 12192000 w 12192000"/>
              <a:gd name="connsiteY1" fmla="*/ 0 h 2139950"/>
              <a:gd name="connsiteX2" fmla="*/ 12192000 w 12192000"/>
              <a:gd name="connsiteY2" fmla="*/ 2139950 h 2139950"/>
              <a:gd name="connsiteX3" fmla="*/ 0 w 12192000"/>
              <a:gd name="connsiteY3" fmla="*/ 2139950 h 2139950"/>
              <a:gd name="connsiteX4" fmla="*/ 0 w 12192000"/>
              <a:gd name="connsiteY4" fmla="*/ 438679 h 2139950"/>
              <a:gd name="connsiteX5" fmla="*/ 12037452 w 12192000"/>
              <a:gd name="connsiteY5" fmla="*/ 438679 h 2139950"/>
              <a:gd name="connsiteX6" fmla="*/ 12191999 w 12192000"/>
              <a:gd name="connsiteY6" fmla="*/ 284132 h 213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139950">
                <a:moveTo>
                  <a:pt x="12191999" y="0"/>
                </a:moveTo>
                <a:lnTo>
                  <a:pt x="12192000" y="0"/>
                </a:lnTo>
                <a:lnTo>
                  <a:pt x="12192000" y="2139950"/>
                </a:lnTo>
                <a:lnTo>
                  <a:pt x="0" y="2139950"/>
                </a:lnTo>
                <a:lnTo>
                  <a:pt x="0" y="438679"/>
                </a:lnTo>
                <a:lnTo>
                  <a:pt x="12037452" y="438679"/>
                </a:lnTo>
                <a:cubicBezTo>
                  <a:pt x="12122806" y="438679"/>
                  <a:pt x="12191999" y="369486"/>
                  <a:pt x="12191999" y="284132"/>
                </a:cubicBezTo>
                <a:close/>
              </a:path>
            </a:pathLst>
          </a:custGeom>
          <a:solidFill>
            <a:schemeClr val="tx1"/>
          </a:solidFill>
          <a:ln>
            <a:noFill/>
          </a:ln>
        </p:spPr>
        <p:txBody>
          <a:bodyPr wrap="square" anchor="ctr">
            <a:noAutofit/>
          </a:bodyPr>
          <a:lstStyle>
            <a:lvl1pPr marL="0" indent="0" algn="l">
              <a:spcBef>
                <a:spcPts val="0"/>
              </a:spcBef>
              <a:spcAft>
                <a:spcPts val="0"/>
              </a:spcAft>
              <a:buNone/>
              <a:defRPr b="0" i="0">
                <a:latin typeface="Artifakt Element" panose="020B0503050000020004" pitchFamily="34" charset="77"/>
              </a:defRPr>
            </a:lvl1pPr>
          </a:lstStyle>
          <a:p>
            <a:r>
              <a:rPr lang="en-US"/>
              <a:t>Click icon to add picture</a:t>
            </a:r>
          </a:p>
        </p:txBody>
      </p:sp>
      <p:sp>
        <p:nvSpPr>
          <p:cNvPr id="2" name="Title 5">
            <a:extLst>
              <a:ext uri="{FF2B5EF4-FFF2-40B4-BE49-F238E27FC236}">
                <a16:creationId xmlns:a16="http://schemas.microsoft.com/office/drawing/2014/main" id="{D3984E12-53BA-4634-E7BC-0A694D8F4ACB}"/>
              </a:ext>
            </a:extLst>
          </p:cNvPr>
          <p:cNvSpPr>
            <a:spLocks noGrp="1"/>
          </p:cNvSpPr>
          <p:nvPr>
            <p:ph type="title" hasCustomPrompt="1"/>
          </p:nvPr>
        </p:nvSpPr>
        <p:spPr>
          <a:xfrm>
            <a:off x="419100" y="423668"/>
            <a:ext cx="4884211" cy="963247"/>
          </a:xfrm>
        </p:spPr>
        <p:txBody>
          <a:bodyPr/>
          <a:lstStyle/>
          <a:p>
            <a:pPr lvl="0"/>
            <a:r>
              <a:rPr lang="en-US"/>
              <a:t>Click to add title</a:t>
            </a:r>
          </a:p>
        </p:txBody>
      </p:sp>
      <p:sp>
        <p:nvSpPr>
          <p:cNvPr id="3" name="Text Placeholder 35">
            <a:extLst>
              <a:ext uri="{FF2B5EF4-FFF2-40B4-BE49-F238E27FC236}">
                <a16:creationId xmlns:a16="http://schemas.microsoft.com/office/drawing/2014/main" id="{E250963B-DE41-BD9D-C2EF-D98C7B038BA7}"/>
              </a:ext>
            </a:extLst>
          </p:cNvPr>
          <p:cNvSpPr>
            <a:spLocks noGrp="1"/>
          </p:cNvSpPr>
          <p:nvPr>
            <p:ph type="body" sz="quarter" idx="30" hasCustomPrompt="1"/>
          </p:nvPr>
        </p:nvSpPr>
        <p:spPr>
          <a:xfrm>
            <a:off x="419100" y="6540134"/>
            <a:ext cx="5198150" cy="136208"/>
          </a:xfrm>
          <a:prstGeom prst="rect">
            <a:avLst/>
          </a:prstGeom>
        </p:spPr>
        <p:txBody>
          <a:bodyPr lIns="0" tIns="0" rIns="0" bIns="0" anchor="b">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695300156"/>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A93362D-11E0-4A96-63E8-37BEF8A19BC6}"/>
              </a:ext>
            </a:extLst>
          </p:cNvPr>
          <p:cNvSpPr>
            <a:spLocks noGrp="1"/>
          </p:cNvSpPr>
          <p:nvPr>
            <p:ph type="title" hasCustomPrompt="1"/>
          </p:nvPr>
        </p:nvSpPr>
        <p:spPr>
          <a:xfrm>
            <a:off x="419100" y="423668"/>
            <a:ext cx="11353800" cy="1214632"/>
          </a:xfrm>
        </p:spPr>
        <p:txBody>
          <a:bodyPr/>
          <a:lstStyle/>
          <a:p>
            <a:pPr lvl="0"/>
            <a:r>
              <a:rPr lang="en-US"/>
              <a:t>Click to add title</a:t>
            </a:r>
          </a:p>
        </p:txBody>
      </p:sp>
      <p:sp>
        <p:nvSpPr>
          <p:cNvPr id="2" name="Slide Number Placeholder 14">
            <a:extLst>
              <a:ext uri="{FF2B5EF4-FFF2-40B4-BE49-F238E27FC236}">
                <a16:creationId xmlns:a16="http://schemas.microsoft.com/office/drawing/2014/main" id="{63F16A77-9433-CF42-8BEA-EECEE4040C20}"/>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
        <p:nvSpPr>
          <p:cNvPr id="4" name="Text Placeholder 18">
            <a:extLst>
              <a:ext uri="{FF2B5EF4-FFF2-40B4-BE49-F238E27FC236}">
                <a16:creationId xmlns:a16="http://schemas.microsoft.com/office/drawing/2014/main" id="{9CB95906-098C-04BD-84AC-30DE8BC15F00}"/>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1134095372"/>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7" name="Text Placeholder 41">
            <a:extLst>
              <a:ext uri="{FF2B5EF4-FFF2-40B4-BE49-F238E27FC236}">
                <a16:creationId xmlns:a16="http://schemas.microsoft.com/office/drawing/2014/main" id="{EF854A2A-9B0D-F8A0-5B13-41FDD41155C0}"/>
              </a:ext>
            </a:extLst>
          </p:cNvPr>
          <p:cNvSpPr>
            <a:spLocks noGrp="1"/>
          </p:cNvSpPr>
          <p:nvPr>
            <p:ph type="body" sz="quarter" idx="38" hasCustomPrompt="1"/>
          </p:nvPr>
        </p:nvSpPr>
        <p:spPr>
          <a:xfrm>
            <a:off x="419100" y="1057982"/>
            <a:ext cx="11353800"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11" name="Title 10">
            <a:extLst>
              <a:ext uri="{FF2B5EF4-FFF2-40B4-BE49-F238E27FC236}">
                <a16:creationId xmlns:a16="http://schemas.microsoft.com/office/drawing/2014/main" id="{82B8DC42-C93D-3A56-2017-316EF6F73D2B}"/>
              </a:ext>
            </a:extLst>
          </p:cNvPr>
          <p:cNvSpPr>
            <a:spLocks noGrp="1"/>
          </p:cNvSpPr>
          <p:nvPr>
            <p:ph type="title" hasCustomPrompt="1"/>
          </p:nvPr>
        </p:nvSpPr>
        <p:spPr>
          <a:xfrm>
            <a:off x="419100" y="423668"/>
            <a:ext cx="11353800" cy="498598"/>
          </a:xfrm>
        </p:spPr>
        <p:txBody>
          <a:bodyPr>
            <a:noAutofit/>
          </a:bodyPr>
          <a:lstStyle/>
          <a:p>
            <a:pPr lvl="0"/>
            <a:r>
              <a:rPr lang="en-US"/>
              <a:t>Click to add title</a:t>
            </a:r>
          </a:p>
        </p:txBody>
      </p:sp>
      <p:sp>
        <p:nvSpPr>
          <p:cNvPr id="2" name="Slide Number Placeholder 14">
            <a:extLst>
              <a:ext uri="{FF2B5EF4-FFF2-40B4-BE49-F238E27FC236}">
                <a16:creationId xmlns:a16="http://schemas.microsoft.com/office/drawing/2014/main" id="{41A940D8-8188-82BC-2D79-4EC9AC67C258}"/>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
        <p:nvSpPr>
          <p:cNvPr id="4" name="Text Placeholder 18">
            <a:extLst>
              <a:ext uri="{FF2B5EF4-FFF2-40B4-BE49-F238E27FC236}">
                <a16:creationId xmlns:a16="http://schemas.microsoft.com/office/drawing/2014/main" id="{C5696391-D214-5B96-D7FF-B19546727CAE}"/>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406994341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Line Title with Subtitle">
    <p:spTree>
      <p:nvGrpSpPr>
        <p:cNvPr id="1" name=""/>
        <p:cNvGrpSpPr/>
        <p:nvPr/>
      </p:nvGrpSpPr>
      <p:grpSpPr>
        <a:xfrm>
          <a:off x="0" y="0"/>
          <a:ext cx="0" cy="0"/>
          <a:chOff x="0" y="0"/>
          <a:chExt cx="0" cy="0"/>
        </a:xfrm>
      </p:grpSpPr>
      <p:sp>
        <p:nvSpPr>
          <p:cNvPr id="2" name="Text Placeholder 41">
            <a:extLst>
              <a:ext uri="{FF2B5EF4-FFF2-40B4-BE49-F238E27FC236}">
                <a16:creationId xmlns:a16="http://schemas.microsoft.com/office/drawing/2014/main" id="{8E5E4937-0031-FCD3-B312-DA132FFC788E}"/>
              </a:ext>
            </a:extLst>
          </p:cNvPr>
          <p:cNvSpPr>
            <a:spLocks noGrp="1"/>
          </p:cNvSpPr>
          <p:nvPr>
            <p:ph type="body" sz="quarter" idx="38" hasCustomPrompt="1"/>
          </p:nvPr>
        </p:nvSpPr>
        <p:spPr>
          <a:xfrm>
            <a:off x="419100" y="1556580"/>
            <a:ext cx="11353800"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4" name="Title 10">
            <a:extLst>
              <a:ext uri="{FF2B5EF4-FFF2-40B4-BE49-F238E27FC236}">
                <a16:creationId xmlns:a16="http://schemas.microsoft.com/office/drawing/2014/main" id="{367B2CEA-7DBB-F6F4-3C6B-8903C4E36D1A}"/>
              </a:ext>
            </a:extLst>
          </p:cNvPr>
          <p:cNvSpPr>
            <a:spLocks noGrp="1"/>
          </p:cNvSpPr>
          <p:nvPr>
            <p:ph type="title" hasCustomPrompt="1"/>
          </p:nvPr>
        </p:nvSpPr>
        <p:spPr>
          <a:xfrm>
            <a:off x="419100" y="423668"/>
            <a:ext cx="11353800" cy="997196"/>
          </a:xfrm>
        </p:spPr>
        <p:txBody>
          <a:bodyPr>
            <a:noAutofit/>
          </a:bodyPr>
          <a:lstStyle/>
          <a:p>
            <a:pPr lvl="0"/>
            <a:r>
              <a:rPr lang="en-US"/>
              <a:t>Click to add title</a:t>
            </a:r>
          </a:p>
        </p:txBody>
      </p:sp>
      <p:sp>
        <p:nvSpPr>
          <p:cNvPr id="5" name="Slide Number Placeholder 14">
            <a:extLst>
              <a:ext uri="{FF2B5EF4-FFF2-40B4-BE49-F238E27FC236}">
                <a16:creationId xmlns:a16="http://schemas.microsoft.com/office/drawing/2014/main" id="{8D529E58-C5E3-62F8-6D70-1E9F9F513D2E}"/>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
        <p:nvSpPr>
          <p:cNvPr id="6" name="Text Placeholder 18">
            <a:extLst>
              <a:ext uri="{FF2B5EF4-FFF2-40B4-BE49-F238E27FC236}">
                <a16:creationId xmlns:a16="http://schemas.microsoft.com/office/drawing/2014/main" id="{5E42C527-D2E7-EB83-8592-6DA9BFE5639B}"/>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3323552562"/>
      </p:ext>
    </p:extLst>
  </p:cSld>
  <p:clrMapOvr>
    <a:masterClrMapping/>
  </p:clrMapOvr>
  <p:extLst>
    <p:ext uri="{DCECCB84-F9BA-43D5-87BE-67443E8EF086}">
      <p15:sldGuideLst xmlns:p15="http://schemas.microsoft.com/office/powerpoint/2012/main">
        <p15:guide id="1" orient="horz" pos="2160" userDrawn="1">
          <p15:clr>
            <a:srgbClr val="A4A3A4"/>
          </p15:clr>
        </p15:guide>
        <p15:guide id="2" orient="horz" pos="1208" userDrawn="1">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Content Placeholder 21">
            <a:extLst>
              <a:ext uri="{FF2B5EF4-FFF2-40B4-BE49-F238E27FC236}">
                <a16:creationId xmlns:a16="http://schemas.microsoft.com/office/drawing/2014/main" id="{A8416976-506A-7D6B-B871-C68E55338CB4}"/>
              </a:ext>
            </a:extLst>
          </p:cNvPr>
          <p:cNvSpPr>
            <a:spLocks noGrp="1"/>
          </p:cNvSpPr>
          <p:nvPr>
            <p:ph sz="quarter" idx="51" hasCustomPrompt="1"/>
          </p:nvPr>
        </p:nvSpPr>
        <p:spPr>
          <a:xfrm>
            <a:off x="419100" y="1638300"/>
            <a:ext cx="11353800" cy="4267200"/>
          </a:xfrm>
          <a:prstGeom prst="rect">
            <a:avLst/>
          </a:prstGeo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1989491C-0A20-4E1A-0E35-BE305E728334}"/>
              </a:ext>
            </a:extLst>
          </p:cNvPr>
          <p:cNvSpPr>
            <a:spLocks noGrp="1"/>
          </p:cNvSpPr>
          <p:nvPr>
            <p:ph type="title" hasCustomPrompt="1"/>
          </p:nvPr>
        </p:nvSpPr>
        <p:spPr>
          <a:xfrm>
            <a:off x="419100" y="423668"/>
            <a:ext cx="11353800" cy="963247"/>
          </a:xfrm>
        </p:spPr>
        <p:txBody>
          <a:bodyPr/>
          <a:lstStyle/>
          <a:p>
            <a:pPr lvl="0"/>
            <a:r>
              <a:rPr lang="en-US"/>
              <a:t>Click to add title</a:t>
            </a:r>
          </a:p>
        </p:txBody>
      </p:sp>
      <p:sp>
        <p:nvSpPr>
          <p:cNvPr id="4" name="Slide Number Placeholder 14">
            <a:extLst>
              <a:ext uri="{FF2B5EF4-FFF2-40B4-BE49-F238E27FC236}">
                <a16:creationId xmlns:a16="http://schemas.microsoft.com/office/drawing/2014/main" id="{EEC8D8BA-19B5-FCFE-0831-267A9598FD48}"/>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
        <p:nvSpPr>
          <p:cNvPr id="6" name="Text Placeholder 18">
            <a:extLst>
              <a:ext uri="{FF2B5EF4-FFF2-40B4-BE49-F238E27FC236}">
                <a16:creationId xmlns:a16="http://schemas.microsoft.com/office/drawing/2014/main" id="{BA908F2F-AA7D-5FBC-A538-AE6B11B7A847}"/>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1783128734"/>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3" name="Text Placeholder 41">
            <a:extLst>
              <a:ext uri="{FF2B5EF4-FFF2-40B4-BE49-F238E27FC236}">
                <a16:creationId xmlns:a16="http://schemas.microsoft.com/office/drawing/2014/main" id="{63F5566E-6859-B588-7D8B-C53611F650ED}"/>
              </a:ext>
            </a:extLst>
          </p:cNvPr>
          <p:cNvSpPr>
            <a:spLocks noGrp="1"/>
          </p:cNvSpPr>
          <p:nvPr>
            <p:ph type="body" sz="quarter" idx="38" hasCustomPrompt="1"/>
          </p:nvPr>
        </p:nvSpPr>
        <p:spPr>
          <a:xfrm>
            <a:off x="419100" y="1057982"/>
            <a:ext cx="11353800" cy="352782"/>
          </a:xfrm>
          <a:prstGeom prst="rect">
            <a:avLst/>
          </a:prstGeom>
        </p:spPr>
        <p:txBody>
          <a:bodyPr lIns="0" tIns="0" rIns="0" bIns="0">
            <a:noAutofit/>
          </a:bodyPr>
          <a:lstStyle>
            <a:lvl1pPr marL="0" indent="0">
              <a:spcBef>
                <a:spcPts val="0"/>
              </a:spcBef>
              <a:spcAft>
                <a:spcPts val="0"/>
              </a:spcAft>
              <a:buNone/>
              <a:defRPr sz="1600" b="0" i="0">
                <a:solidFill>
                  <a:schemeClr val="bg1"/>
                </a:solidFill>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2" name="Content Placeholder 21">
            <a:extLst>
              <a:ext uri="{FF2B5EF4-FFF2-40B4-BE49-F238E27FC236}">
                <a16:creationId xmlns:a16="http://schemas.microsoft.com/office/drawing/2014/main" id="{A8416976-506A-7D6B-B871-C68E55338CB4}"/>
              </a:ext>
            </a:extLst>
          </p:cNvPr>
          <p:cNvSpPr>
            <a:spLocks noGrp="1"/>
          </p:cNvSpPr>
          <p:nvPr>
            <p:ph sz="quarter" idx="51" hasCustomPrompt="1"/>
          </p:nvPr>
        </p:nvSpPr>
        <p:spPr>
          <a:xfrm>
            <a:off x="419100" y="1638300"/>
            <a:ext cx="11353800" cy="4267200"/>
          </a:xfrm>
          <a:prstGeom prst="rect">
            <a:avLst/>
          </a:prstGeo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4" name="Title 3">
            <a:extLst>
              <a:ext uri="{FF2B5EF4-FFF2-40B4-BE49-F238E27FC236}">
                <a16:creationId xmlns:a16="http://schemas.microsoft.com/office/drawing/2014/main" id="{C6DACECE-AF8D-0A32-3BE3-8C3D089B47B1}"/>
              </a:ext>
            </a:extLst>
          </p:cNvPr>
          <p:cNvSpPr>
            <a:spLocks noGrp="1"/>
          </p:cNvSpPr>
          <p:nvPr>
            <p:ph type="title" hasCustomPrompt="1"/>
          </p:nvPr>
        </p:nvSpPr>
        <p:spPr>
          <a:xfrm>
            <a:off x="419100" y="423668"/>
            <a:ext cx="11353800" cy="498598"/>
          </a:xfrm>
        </p:spPr>
        <p:txBody>
          <a:bodyPr>
            <a:noAutofit/>
          </a:bodyPr>
          <a:lstStyle/>
          <a:p>
            <a:pPr lvl="0"/>
            <a:r>
              <a:rPr lang="en-US"/>
              <a:t>Click to add title</a:t>
            </a:r>
          </a:p>
        </p:txBody>
      </p:sp>
      <p:sp>
        <p:nvSpPr>
          <p:cNvPr id="5" name="Slide Number Placeholder 14">
            <a:extLst>
              <a:ext uri="{FF2B5EF4-FFF2-40B4-BE49-F238E27FC236}">
                <a16:creationId xmlns:a16="http://schemas.microsoft.com/office/drawing/2014/main" id="{5B6D1760-259D-444F-8CCE-61EDB265E022}"/>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
        <p:nvSpPr>
          <p:cNvPr id="6" name="Text Placeholder 18">
            <a:extLst>
              <a:ext uri="{FF2B5EF4-FFF2-40B4-BE49-F238E27FC236}">
                <a16:creationId xmlns:a16="http://schemas.microsoft.com/office/drawing/2014/main" id="{0491F73E-11BB-457C-698D-650316B8B894}"/>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216162577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2-Colulmn Content">
    <p:spTree>
      <p:nvGrpSpPr>
        <p:cNvPr id="1" name=""/>
        <p:cNvGrpSpPr/>
        <p:nvPr/>
      </p:nvGrpSpPr>
      <p:grpSpPr>
        <a:xfrm>
          <a:off x="0" y="0"/>
          <a:ext cx="0" cy="0"/>
          <a:chOff x="0" y="0"/>
          <a:chExt cx="0" cy="0"/>
        </a:xfrm>
      </p:grpSpPr>
      <p:sp>
        <p:nvSpPr>
          <p:cNvPr id="13" name="Text Placeholder 41">
            <a:extLst>
              <a:ext uri="{FF2B5EF4-FFF2-40B4-BE49-F238E27FC236}">
                <a16:creationId xmlns:a16="http://schemas.microsoft.com/office/drawing/2014/main" id="{63F5566E-6859-B588-7D8B-C53611F650ED}"/>
              </a:ext>
            </a:extLst>
          </p:cNvPr>
          <p:cNvSpPr>
            <a:spLocks noGrp="1"/>
          </p:cNvSpPr>
          <p:nvPr>
            <p:ph type="body" sz="quarter" idx="38" hasCustomPrompt="1"/>
          </p:nvPr>
        </p:nvSpPr>
        <p:spPr>
          <a:xfrm>
            <a:off x="419100" y="1057982"/>
            <a:ext cx="11353800"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22" name="Content Placeholder 21">
            <a:extLst>
              <a:ext uri="{FF2B5EF4-FFF2-40B4-BE49-F238E27FC236}">
                <a16:creationId xmlns:a16="http://schemas.microsoft.com/office/drawing/2014/main" id="{00491938-8658-5A91-7EF7-5B2A259BF4B7}"/>
              </a:ext>
            </a:extLst>
          </p:cNvPr>
          <p:cNvSpPr>
            <a:spLocks noGrp="1"/>
          </p:cNvSpPr>
          <p:nvPr>
            <p:ph sz="quarter" idx="51" hasCustomPrompt="1"/>
          </p:nvPr>
        </p:nvSpPr>
        <p:spPr>
          <a:xfrm>
            <a:off x="419100" y="1638300"/>
            <a:ext cx="5488214" cy="4267200"/>
          </a:xfrm>
          <a:prstGeom prst="rect">
            <a:avLst/>
          </a:prstGeo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Content Placeholder 21">
            <a:extLst>
              <a:ext uri="{FF2B5EF4-FFF2-40B4-BE49-F238E27FC236}">
                <a16:creationId xmlns:a16="http://schemas.microsoft.com/office/drawing/2014/main" id="{91E3321A-E57A-DBAD-0012-16F1193165E7}"/>
              </a:ext>
            </a:extLst>
          </p:cNvPr>
          <p:cNvSpPr>
            <a:spLocks noGrp="1"/>
          </p:cNvSpPr>
          <p:nvPr>
            <p:ph sz="quarter" idx="52" hasCustomPrompt="1"/>
          </p:nvPr>
        </p:nvSpPr>
        <p:spPr>
          <a:xfrm>
            <a:off x="6284686" y="1638300"/>
            <a:ext cx="5488214" cy="4267200"/>
          </a:xfrm>
          <a:prstGeom prst="rect">
            <a:avLst/>
          </a:prstGeo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12" name="Title 11">
            <a:extLst>
              <a:ext uri="{FF2B5EF4-FFF2-40B4-BE49-F238E27FC236}">
                <a16:creationId xmlns:a16="http://schemas.microsoft.com/office/drawing/2014/main" id="{8758852A-7980-3258-8AFC-068D4A55C2AD}"/>
              </a:ext>
            </a:extLst>
          </p:cNvPr>
          <p:cNvSpPr>
            <a:spLocks noGrp="1"/>
          </p:cNvSpPr>
          <p:nvPr>
            <p:ph type="title" hasCustomPrompt="1"/>
          </p:nvPr>
        </p:nvSpPr>
        <p:spPr>
          <a:xfrm>
            <a:off x="419100" y="423668"/>
            <a:ext cx="11353800" cy="498598"/>
          </a:xfrm>
        </p:spPr>
        <p:txBody>
          <a:bodyPr>
            <a:noAutofit/>
          </a:bodyPr>
          <a:lstStyle>
            <a:lvl1pPr marL="0" indent="0">
              <a:buFont typeface="Arial" panose="020B0604020202020204" pitchFamily="34" charset="0"/>
              <a:buNone/>
              <a:defRPr/>
            </a:lvl1pPr>
          </a:lstStyle>
          <a:p>
            <a:pPr lvl="0"/>
            <a:r>
              <a:rPr lang="en-US"/>
              <a:t>Click to add title</a:t>
            </a:r>
          </a:p>
        </p:txBody>
      </p:sp>
      <p:sp>
        <p:nvSpPr>
          <p:cNvPr id="3" name="Slide Number Placeholder 14">
            <a:extLst>
              <a:ext uri="{FF2B5EF4-FFF2-40B4-BE49-F238E27FC236}">
                <a16:creationId xmlns:a16="http://schemas.microsoft.com/office/drawing/2014/main" id="{A7E99A46-F2B2-823D-79A9-44691F7F3090}"/>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
        <p:nvSpPr>
          <p:cNvPr id="4" name="Text Placeholder 18">
            <a:extLst>
              <a:ext uri="{FF2B5EF4-FFF2-40B4-BE49-F238E27FC236}">
                <a16:creationId xmlns:a16="http://schemas.microsoft.com/office/drawing/2014/main" id="{A55DEC3A-045D-B670-B531-2E9A245EC2DA}"/>
              </a:ext>
            </a:extLst>
          </p:cNvPr>
          <p:cNvSpPr>
            <a:spLocks noGrp="1"/>
          </p:cNvSpPr>
          <p:nvPr>
            <p:ph type="body" sz="quarter" idx="28" hasCustomPrompt="1"/>
          </p:nvPr>
        </p:nvSpPr>
        <p:spPr>
          <a:xfrm>
            <a:off x="419100" y="6421359"/>
            <a:ext cx="83677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3864076257"/>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Imag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825DE6C8-662E-2697-193D-7E15EBF1AEB3}"/>
              </a:ext>
            </a:extLst>
          </p:cNvPr>
          <p:cNvSpPr>
            <a:spLocks noGrp="1"/>
          </p:cNvSpPr>
          <p:nvPr>
            <p:ph type="pic" sz="quarter" idx="14"/>
          </p:nvPr>
        </p:nvSpPr>
        <p:spPr>
          <a:xfrm>
            <a:off x="0" y="0"/>
            <a:ext cx="12192000" cy="5622104"/>
          </a:xfrm>
          <a:custGeom>
            <a:avLst/>
            <a:gdLst>
              <a:gd name="connsiteX0" fmla="*/ 0 w 12192000"/>
              <a:gd name="connsiteY0" fmla="*/ 0 h 5622104"/>
              <a:gd name="connsiteX1" fmla="*/ 12192000 w 12192000"/>
              <a:gd name="connsiteY1" fmla="*/ 0 h 5622104"/>
              <a:gd name="connsiteX2" fmla="*/ 12192000 w 12192000"/>
              <a:gd name="connsiteY2" fmla="*/ 5622104 h 5622104"/>
              <a:gd name="connsiteX3" fmla="*/ 11914338 w 12192000"/>
              <a:gd name="connsiteY3" fmla="*/ 5344442 h 5622104"/>
              <a:gd name="connsiteX4" fmla="*/ 0 w 12192000"/>
              <a:gd name="connsiteY4" fmla="*/ 5344442 h 5622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622104">
                <a:moveTo>
                  <a:pt x="0" y="0"/>
                </a:moveTo>
                <a:lnTo>
                  <a:pt x="12192000" y="0"/>
                </a:lnTo>
                <a:lnTo>
                  <a:pt x="12192000" y="5622104"/>
                </a:lnTo>
                <a:cubicBezTo>
                  <a:pt x="12192000" y="5468756"/>
                  <a:pt x="12067686" y="5344442"/>
                  <a:pt x="11914338" y="5344442"/>
                </a:cubicBezTo>
                <a:lnTo>
                  <a:pt x="0" y="5344442"/>
                </a:lnTo>
                <a:close/>
              </a:path>
            </a:pathLst>
          </a:custGeom>
          <a:solidFill>
            <a:schemeClr val="tx1"/>
          </a:solidFill>
        </p:spPr>
        <p:txBody>
          <a:bodyPr wrap="square">
            <a:noAutofit/>
          </a:bodyPr>
          <a:lstStyle>
            <a:lvl1pPr>
              <a:defRPr b="0" i="0">
                <a:latin typeface="Artifakt Element" panose="020B0503050000020004" pitchFamily="34" charset="77"/>
              </a:defRPr>
            </a:lvl1pPr>
          </a:lstStyle>
          <a:p>
            <a:endParaRPr lang="en-US"/>
          </a:p>
        </p:txBody>
      </p:sp>
      <p:sp>
        <p:nvSpPr>
          <p:cNvPr id="7" name="Text Placeholder 8">
            <a:extLst>
              <a:ext uri="{FF2B5EF4-FFF2-40B4-BE49-F238E27FC236}">
                <a16:creationId xmlns:a16="http://schemas.microsoft.com/office/drawing/2014/main" id="{B38DA7F9-8244-348D-EE70-4818DE803A21}"/>
              </a:ext>
            </a:extLst>
          </p:cNvPr>
          <p:cNvSpPr>
            <a:spLocks noGrp="1"/>
          </p:cNvSpPr>
          <p:nvPr>
            <p:ph type="body" sz="quarter" idx="18" hasCustomPrompt="1"/>
          </p:nvPr>
        </p:nvSpPr>
        <p:spPr>
          <a:xfrm>
            <a:off x="442913" y="4664075"/>
            <a:ext cx="6096000" cy="479425"/>
          </a:xfrm>
          <a:prstGeom prst="rect">
            <a:avLst/>
          </a:prstGeom>
        </p:spPr>
        <p:txBody>
          <a:bodyPr lIns="0" tIns="0" rIns="0" bIns="0" anchor="b">
            <a:noAutofit/>
          </a:bodyPr>
          <a:lstStyle>
            <a:lvl1pPr marL="0" indent="0">
              <a:spcBef>
                <a:spcPts val="0"/>
              </a:spcBef>
              <a:spcAft>
                <a:spcPts val="0"/>
              </a:spcAft>
              <a:buNone/>
              <a:defRPr sz="600" b="0" i="0">
                <a:solidFill>
                  <a:schemeClr val="bg1"/>
                </a:solidFill>
                <a:latin typeface="Artifakt Element" panose="020B0503050000020004" pitchFamily="34" charset="77"/>
              </a:defRPr>
            </a:lvl1pPr>
            <a:lvl2pPr>
              <a:defRPr sz="1000">
                <a:solidFill>
                  <a:schemeClr val="bg2"/>
                </a:solidFill>
              </a:defRPr>
            </a:lvl2pPr>
            <a:lvl3pPr>
              <a:defRPr sz="1000">
                <a:solidFill>
                  <a:schemeClr val="bg2"/>
                </a:solidFill>
              </a:defRPr>
            </a:lvl3pPr>
            <a:lvl4pPr>
              <a:defRPr sz="1000">
                <a:solidFill>
                  <a:schemeClr val="bg2"/>
                </a:solidFill>
              </a:defRPr>
            </a:lvl4pPr>
            <a:lvl5pPr>
              <a:defRPr sz="1000">
                <a:solidFill>
                  <a:schemeClr val="bg2"/>
                </a:solidFill>
              </a:defRPr>
            </a:lvl5pPr>
          </a:lstStyle>
          <a:p>
            <a:r>
              <a:rPr lang="en-US"/>
              <a:t>Image courtesy of [Name]</a:t>
            </a:r>
          </a:p>
        </p:txBody>
      </p:sp>
      <p:sp>
        <p:nvSpPr>
          <p:cNvPr id="11" name="Text Placeholder 9">
            <a:extLst>
              <a:ext uri="{FF2B5EF4-FFF2-40B4-BE49-F238E27FC236}">
                <a16:creationId xmlns:a16="http://schemas.microsoft.com/office/drawing/2014/main" id="{CCF22175-A583-EE0E-D0F4-51D5C8045CE0}"/>
              </a:ext>
            </a:extLst>
          </p:cNvPr>
          <p:cNvSpPr>
            <a:spLocks noGrp="1"/>
          </p:cNvSpPr>
          <p:nvPr>
            <p:ph type="body" sz="quarter" idx="11" hasCustomPrompt="1"/>
          </p:nvPr>
        </p:nvSpPr>
        <p:spPr>
          <a:xfrm>
            <a:off x="442913" y="5344441"/>
            <a:ext cx="11329987" cy="1056360"/>
          </a:xfrm>
          <a:prstGeom prst="rect">
            <a:avLst/>
          </a:prstGeom>
        </p:spPr>
        <p:txBody>
          <a:bodyPr lIns="0" tIns="0" rIns="0" bIns="0" numCol="1" anchor="b">
            <a:noAutofit/>
          </a:bodyPr>
          <a:lstStyle>
            <a:lvl1pPr marL="0" indent="0">
              <a:spcBef>
                <a:spcPts val="0"/>
              </a:spcBef>
              <a:spcAft>
                <a:spcPts val="0"/>
              </a:spcAft>
              <a:buSzPct val="80000"/>
              <a:buNone/>
              <a:tabLst/>
              <a:defRPr sz="3600" b="1">
                <a:latin typeface="+mj-lt"/>
              </a:defRPr>
            </a:lvl1pPr>
          </a:lstStyle>
          <a:p>
            <a:pPr lvl="0"/>
            <a:r>
              <a:rPr lang="en-US"/>
              <a:t>Click to add title</a:t>
            </a:r>
          </a:p>
        </p:txBody>
      </p:sp>
    </p:spTree>
    <p:extLst>
      <p:ext uri="{BB962C8B-B14F-4D97-AF65-F5344CB8AC3E}">
        <p14:creationId xmlns:p14="http://schemas.microsoft.com/office/powerpoint/2010/main" val="419846551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Image">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312BA560-7597-B0B7-18F0-31F89EC0D281}"/>
              </a:ext>
            </a:extLst>
          </p:cNvPr>
          <p:cNvSpPr>
            <a:spLocks noGrp="1"/>
          </p:cNvSpPr>
          <p:nvPr>
            <p:ph type="title" hasCustomPrompt="1"/>
          </p:nvPr>
        </p:nvSpPr>
        <p:spPr>
          <a:xfrm>
            <a:off x="419100" y="423668"/>
            <a:ext cx="8128000" cy="1196782"/>
          </a:xfrm>
        </p:spPr>
        <p:txBody>
          <a:bodyPr/>
          <a:lstStyle/>
          <a:p>
            <a:pPr lvl="0"/>
            <a:r>
              <a:rPr lang="en-US"/>
              <a:t>Click to add title</a:t>
            </a:r>
          </a:p>
        </p:txBody>
      </p:sp>
      <p:sp>
        <p:nvSpPr>
          <p:cNvPr id="11" name="Content Placeholder 21">
            <a:extLst>
              <a:ext uri="{FF2B5EF4-FFF2-40B4-BE49-F238E27FC236}">
                <a16:creationId xmlns:a16="http://schemas.microsoft.com/office/drawing/2014/main" id="{E84F3627-E057-C567-6607-7FB84815A2A3}"/>
              </a:ext>
            </a:extLst>
          </p:cNvPr>
          <p:cNvSpPr>
            <a:spLocks noGrp="1"/>
          </p:cNvSpPr>
          <p:nvPr>
            <p:ph sz="quarter" idx="51" hasCustomPrompt="1"/>
          </p:nvPr>
        </p:nvSpPr>
        <p:spPr>
          <a:xfrm>
            <a:off x="419100" y="1638300"/>
            <a:ext cx="8128000" cy="426720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2BC3E8DA-CB71-D506-70A6-DB08DE32B2EF}"/>
              </a:ext>
            </a:extLst>
          </p:cNvPr>
          <p:cNvSpPr>
            <a:spLocks noGrp="1"/>
          </p:cNvSpPr>
          <p:nvPr>
            <p:ph type="pic" sz="quarter" idx="53"/>
          </p:nvPr>
        </p:nvSpPr>
        <p:spPr>
          <a:xfrm>
            <a:off x="8953500" y="0"/>
            <a:ext cx="3238500" cy="6858000"/>
          </a:xfrm>
          <a:custGeom>
            <a:avLst/>
            <a:gdLst>
              <a:gd name="connsiteX0" fmla="*/ 177800 w 3048000"/>
              <a:gd name="connsiteY0" fmla="*/ 0 h 6858000"/>
              <a:gd name="connsiteX1" fmla="*/ 3048000 w 3048000"/>
              <a:gd name="connsiteY1" fmla="*/ 0 h 6858000"/>
              <a:gd name="connsiteX2" fmla="*/ 3048000 w 3048000"/>
              <a:gd name="connsiteY2" fmla="*/ 6858000 h 6858000"/>
              <a:gd name="connsiteX3" fmla="*/ 0 w 3048000"/>
              <a:gd name="connsiteY3" fmla="*/ 6858000 h 6858000"/>
              <a:gd name="connsiteX4" fmla="*/ 0 w 3048000"/>
              <a:gd name="connsiteY4" fmla="*/ 6856718 h 6858000"/>
              <a:gd name="connsiteX5" fmla="*/ 25680 w 3048000"/>
              <a:gd name="connsiteY5" fmla="*/ 6854130 h 6858000"/>
              <a:gd name="connsiteX6" fmla="*/ 177800 w 3048000"/>
              <a:gd name="connsiteY6" fmla="*/ 66674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6858000">
                <a:moveTo>
                  <a:pt x="177800" y="0"/>
                </a:moveTo>
                <a:lnTo>
                  <a:pt x="3048000" y="0"/>
                </a:lnTo>
                <a:lnTo>
                  <a:pt x="3048000" y="6858000"/>
                </a:lnTo>
                <a:lnTo>
                  <a:pt x="0" y="6858000"/>
                </a:lnTo>
                <a:lnTo>
                  <a:pt x="0" y="6856718"/>
                </a:lnTo>
                <a:lnTo>
                  <a:pt x="25680" y="6854130"/>
                </a:lnTo>
                <a:cubicBezTo>
                  <a:pt x="112495" y="6836365"/>
                  <a:pt x="177800" y="6759552"/>
                  <a:pt x="177800" y="6667485"/>
                </a:cubicBezTo>
                <a:close/>
              </a:path>
            </a:pathLst>
          </a:custGeom>
        </p:spPr>
        <p:txBody>
          <a:bodyPr wrap="square">
            <a:noAutofit/>
          </a:bodyPr>
          <a:lstStyle>
            <a:lvl1pPr>
              <a:defRPr b="0" i="0">
                <a:latin typeface="Artifakt Element" panose="020B0503050000020004" pitchFamily="34" charset="77"/>
              </a:defRPr>
            </a:lvl1pPr>
          </a:lstStyle>
          <a:p>
            <a:endParaRPr lang="en-US"/>
          </a:p>
        </p:txBody>
      </p:sp>
      <p:sp>
        <p:nvSpPr>
          <p:cNvPr id="5" name="Text Placeholder 18">
            <a:extLst>
              <a:ext uri="{FF2B5EF4-FFF2-40B4-BE49-F238E27FC236}">
                <a16:creationId xmlns:a16="http://schemas.microsoft.com/office/drawing/2014/main" id="{3843468E-8607-D09E-62A0-86200D4CA96C}"/>
              </a:ext>
            </a:extLst>
          </p:cNvPr>
          <p:cNvSpPr>
            <a:spLocks noGrp="1"/>
          </p:cNvSpPr>
          <p:nvPr>
            <p:ph type="body" sz="quarter" idx="28" hasCustomPrompt="1"/>
          </p:nvPr>
        </p:nvSpPr>
        <p:spPr>
          <a:xfrm>
            <a:off x="442913" y="6421359"/>
            <a:ext cx="8104187"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2" name="Text Placeholder 35">
            <a:extLst>
              <a:ext uri="{FF2B5EF4-FFF2-40B4-BE49-F238E27FC236}">
                <a16:creationId xmlns:a16="http://schemas.microsoft.com/office/drawing/2014/main" id="{66CDC550-BBB7-D9B6-EBF1-91681EEFCFCF}"/>
              </a:ext>
            </a:extLst>
          </p:cNvPr>
          <p:cNvSpPr>
            <a:spLocks noGrp="1"/>
          </p:cNvSpPr>
          <p:nvPr>
            <p:ph type="body" sz="quarter" idx="30" hasCustomPrompt="1"/>
          </p:nvPr>
        </p:nvSpPr>
        <p:spPr>
          <a:xfrm>
            <a:off x="9372600" y="6553200"/>
            <a:ext cx="2400300"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366184417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2-Column Content, Image">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312BA560-7597-B0B7-18F0-31F89EC0D281}"/>
              </a:ext>
            </a:extLst>
          </p:cNvPr>
          <p:cNvSpPr>
            <a:spLocks noGrp="1"/>
          </p:cNvSpPr>
          <p:nvPr>
            <p:ph type="title" hasCustomPrompt="1"/>
          </p:nvPr>
        </p:nvSpPr>
        <p:spPr>
          <a:xfrm>
            <a:off x="419100" y="423668"/>
            <a:ext cx="8128000" cy="1196782"/>
          </a:xfrm>
        </p:spPr>
        <p:txBody>
          <a:bodyPr/>
          <a:lstStyle/>
          <a:p>
            <a:pPr lvl="0"/>
            <a:r>
              <a:rPr lang="en-US"/>
              <a:t>Click to add title</a:t>
            </a:r>
          </a:p>
        </p:txBody>
      </p:sp>
      <p:sp>
        <p:nvSpPr>
          <p:cNvPr id="11" name="Content Placeholder 21">
            <a:extLst>
              <a:ext uri="{FF2B5EF4-FFF2-40B4-BE49-F238E27FC236}">
                <a16:creationId xmlns:a16="http://schemas.microsoft.com/office/drawing/2014/main" id="{E84F3627-E057-C567-6607-7FB84815A2A3}"/>
              </a:ext>
            </a:extLst>
          </p:cNvPr>
          <p:cNvSpPr>
            <a:spLocks noGrp="1"/>
          </p:cNvSpPr>
          <p:nvPr>
            <p:ph sz="quarter" idx="51" hasCustomPrompt="1"/>
          </p:nvPr>
        </p:nvSpPr>
        <p:spPr>
          <a:xfrm>
            <a:off x="419100" y="1638300"/>
            <a:ext cx="3862614" cy="426720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Content Placeholder 21">
            <a:extLst>
              <a:ext uri="{FF2B5EF4-FFF2-40B4-BE49-F238E27FC236}">
                <a16:creationId xmlns:a16="http://schemas.microsoft.com/office/drawing/2014/main" id="{AD4553C4-E1FC-6E18-9471-DB8AA0E6066F}"/>
              </a:ext>
            </a:extLst>
          </p:cNvPr>
          <p:cNvSpPr>
            <a:spLocks noGrp="1"/>
          </p:cNvSpPr>
          <p:nvPr>
            <p:ph sz="quarter" idx="52" hasCustomPrompt="1"/>
          </p:nvPr>
        </p:nvSpPr>
        <p:spPr>
          <a:xfrm>
            <a:off x="4684486" y="1638300"/>
            <a:ext cx="3862614" cy="4267200"/>
          </a:xfrm>
        </p:spPr>
        <p:txBody>
          <a:bodyPr/>
          <a:lstStyle>
            <a:lvl1pPr>
              <a:defRPr b="0" i="0">
                <a:latin typeface="Artifakt Element" panose="020B0503050000020004" pitchFamily="34" charset="77"/>
              </a:defRPr>
            </a:lvl1pPr>
            <a:lvl2pPr>
              <a:defRPr b="0" i="0">
                <a:latin typeface="Artifakt Element" panose="020B0503050000020004" pitchFamily="34" charset="77"/>
              </a:defRPr>
            </a:lvl2pPr>
            <a:lvl3pPr>
              <a:defRPr b="0" i="0">
                <a:latin typeface="Artifakt Element" panose="020B0503050000020004" pitchFamily="34" charset="77"/>
              </a:defRPr>
            </a:lvl3pPr>
            <a:lvl4pPr>
              <a:defRPr b="0" i="0">
                <a:latin typeface="Artifakt Element" panose="020B0503050000020004" pitchFamily="34" charset="77"/>
              </a:defRPr>
            </a:lvl4pPr>
            <a:lvl5pPr>
              <a:defRPr b="0" i="0">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5E285262-9274-B392-41E1-8FBE02CD8945}"/>
              </a:ext>
            </a:extLst>
          </p:cNvPr>
          <p:cNvSpPr>
            <a:spLocks noGrp="1"/>
          </p:cNvSpPr>
          <p:nvPr>
            <p:ph type="pic" sz="quarter" idx="53"/>
          </p:nvPr>
        </p:nvSpPr>
        <p:spPr>
          <a:xfrm>
            <a:off x="8953500" y="0"/>
            <a:ext cx="3238500" cy="6858000"/>
          </a:xfrm>
          <a:custGeom>
            <a:avLst/>
            <a:gdLst>
              <a:gd name="connsiteX0" fmla="*/ 177800 w 3048000"/>
              <a:gd name="connsiteY0" fmla="*/ 0 h 6858000"/>
              <a:gd name="connsiteX1" fmla="*/ 3048000 w 3048000"/>
              <a:gd name="connsiteY1" fmla="*/ 0 h 6858000"/>
              <a:gd name="connsiteX2" fmla="*/ 3048000 w 3048000"/>
              <a:gd name="connsiteY2" fmla="*/ 6858000 h 6858000"/>
              <a:gd name="connsiteX3" fmla="*/ 0 w 3048000"/>
              <a:gd name="connsiteY3" fmla="*/ 6858000 h 6858000"/>
              <a:gd name="connsiteX4" fmla="*/ 0 w 3048000"/>
              <a:gd name="connsiteY4" fmla="*/ 6856718 h 6858000"/>
              <a:gd name="connsiteX5" fmla="*/ 25680 w 3048000"/>
              <a:gd name="connsiteY5" fmla="*/ 6854130 h 6858000"/>
              <a:gd name="connsiteX6" fmla="*/ 177800 w 3048000"/>
              <a:gd name="connsiteY6" fmla="*/ 666748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8000" h="6858000">
                <a:moveTo>
                  <a:pt x="177800" y="0"/>
                </a:moveTo>
                <a:lnTo>
                  <a:pt x="3048000" y="0"/>
                </a:lnTo>
                <a:lnTo>
                  <a:pt x="3048000" y="6858000"/>
                </a:lnTo>
                <a:lnTo>
                  <a:pt x="0" y="6858000"/>
                </a:lnTo>
                <a:lnTo>
                  <a:pt x="0" y="6856718"/>
                </a:lnTo>
                <a:lnTo>
                  <a:pt x="25680" y="6854130"/>
                </a:lnTo>
                <a:cubicBezTo>
                  <a:pt x="112495" y="6836365"/>
                  <a:pt x="177800" y="6759552"/>
                  <a:pt x="177800" y="6667485"/>
                </a:cubicBezTo>
                <a:close/>
              </a:path>
            </a:pathLst>
          </a:custGeom>
        </p:spPr>
        <p:txBody>
          <a:bodyPr wrap="square">
            <a:noAutofit/>
          </a:bodyPr>
          <a:lstStyle>
            <a:lvl1pPr>
              <a:defRPr b="0" i="0">
                <a:latin typeface="Artifakt Element" panose="020B0503050000020004" pitchFamily="34" charset="77"/>
              </a:defRPr>
            </a:lvl1pPr>
          </a:lstStyle>
          <a:p>
            <a:endParaRPr lang="en-US"/>
          </a:p>
        </p:txBody>
      </p:sp>
      <p:sp>
        <p:nvSpPr>
          <p:cNvPr id="4" name="Text Placeholder 18">
            <a:extLst>
              <a:ext uri="{FF2B5EF4-FFF2-40B4-BE49-F238E27FC236}">
                <a16:creationId xmlns:a16="http://schemas.microsoft.com/office/drawing/2014/main" id="{3EEDCEA1-38D3-EFAB-6280-7D5312386286}"/>
              </a:ext>
            </a:extLst>
          </p:cNvPr>
          <p:cNvSpPr>
            <a:spLocks noGrp="1"/>
          </p:cNvSpPr>
          <p:nvPr>
            <p:ph type="body" sz="quarter" idx="28" hasCustomPrompt="1"/>
          </p:nvPr>
        </p:nvSpPr>
        <p:spPr>
          <a:xfrm>
            <a:off x="442913" y="6421359"/>
            <a:ext cx="8104187"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3" name="Text Placeholder 35">
            <a:extLst>
              <a:ext uri="{FF2B5EF4-FFF2-40B4-BE49-F238E27FC236}">
                <a16:creationId xmlns:a16="http://schemas.microsoft.com/office/drawing/2014/main" id="{BB301CF8-A9D2-0A89-A7AC-9E81A6BB0EB8}"/>
              </a:ext>
            </a:extLst>
          </p:cNvPr>
          <p:cNvSpPr>
            <a:spLocks noGrp="1"/>
          </p:cNvSpPr>
          <p:nvPr>
            <p:ph type="body" sz="quarter" idx="30" hasCustomPrompt="1"/>
          </p:nvPr>
        </p:nvSpPr>
        <p:spPr>
          <a:xfrm>
            <a:off x="9372600" y="6553200"/>
            <a:ext cx="2400300"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3619724020"/>
      </p:ext>
    </p:extLst>
  </p:cSld>
  <p:clrMapOvr>
    <a:masterClrMapping/>
  </p:clrMapOvr>
  <p:hf hdr="0" ftr="0" dt="0"/>
  <p:extLst>
    <p:ext uri="{DCECCB84-F9BA-43D5-87BE-67443E8EF086}">
      <p15:sldGuideLst xmlns:p15="http://schemas.microsoft.com/office/powerpoint/2012/main">
        <p15:guide id="1" orient="horz" pos="216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Sided Content + Imag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CA0E3BC-8762-E2CB-CDE6-AAF5EFCECFF7}"/>
              </a:ext>
            </a:extLst>
          </p:cNvPr>
          <p:cNvSpPr/>
          <p:nvPr userDrawn="1"/>
        </p:nvSpPr>
        <p:spPr>
          <a:xfrm>
            <a:off x="9109723" y="1059"/>
            <a:ext cx="3082278" cy="342794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00" b="0" i="0">
              <a:latin typeface="Artifakt Element" panose="020B0503050000020004" pitchFamily="34" charset="77"/>
            </a:endParaRPr>
          </a:p>
        </p:txBody>
      </p:sp>
      <p:sp>
        <p:nvSpPr>
          <p:cNvPr id="26" name="Text Placeholder 41">
            <a:extLst>
              <a:ext uri="{FF2B5EF4-FFF2-40B4-BE49-F238E27FC236}">
                <a16:creationId xmlns:a16="http://schemas.microsoft.com/office/drawing/2014/main" id="{76A92A9C-B4C1-95DD-CB48-15E57AA277F8}"/>
              </a:ext>
            </a:extLst>
          </p:cNvPr>
          <p:cNvSpPr>
            <a:spLocks noGrp="1"/>
          </p:cNvSpPr>
          <p:nvPr>
            <p:ph type="body" sz="quarter" idx="38" hasCustomPrompt="1"/>
          </p:nvPr>
        </p:nvSpPr>
        <p:spPr>
          <a:xfrm>
            <a:off x="419100" y="1556580"/>
            <a:ext cx="5271725" cy="352782"/>
          </a:xfrm>
          <a:prstGeom prst="rect">
            <a:avLst/>
          </a:prstGeom>
        </p:spPr>
        <p:txBody>
          <a:bodyPr lIns="0" tIns="0" rIns="0" bIns="0">
            <a:noAutofit/>
          </a:bodyPr>
          <a:lstStyle>
            <a:lvl1pPr marL="0" indent="0">
              <a:spcBef>
                <a:spcPts val="0"/>
              </a:spcBef>
              <a:spcAft>
                <a:spcPts val="0"/>
              </a:spcAft>
              <a:buNone/>
              <a:defRPr sz="1600" b="0" i="0">
                <a:latin typeface="Artifakt Element" panose="020B0503050000020004" pitchFamily="34" charset="77"/>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add subtitle</a:t>
            </a:r>
          </a:p>
        </p:txBody>
      </p:sp>
      <p:sp>
        <p:nvSpPr>
          <p:cNvPr id="42" name="Picture Placeholder 41">
            <a:extLst>
              <a:ext uri="{FF2B5EF4-FFF2-40B4-BE49-F238E27FC236}">
                <a16:creationId xmlns:a16="http://schemas.microsoft.com/office/drawing/2014/main" id="{0DFB5D10-2785-8DE1-8D7E-FBB8BB5DBD81}"/>
              </a:ext>
            </a:extLst>
          </p:cNvPr>
          <p:cNvSpPr>
            <a:spLocks noGrp="1"/>
          </p:cNvSpPr>
          <p:nvPr>
            <p:ph type="pic" sz="quarter" idx="51"/>
          </p:nvPr>
        </p:nvSpPr>
        <p:spPr>
          <a:xfrm>
            <a:off x="6096000" y="0"/>
            <a:ext cx="3068637" cy="3429000"/>
          </a:xfrm>
          <a:prstGeom prst="rect">
            <a:avLst/>
          </a:prstGeom>
          <a:solidFill>
            <a:schemeClr val="tx1"/>
          </a:solidFill>
        </p:spPr>
        <p:txBody>
          <a:bodyPr/>
          <a:lstStyle>
            <a:lvl1pPr>
              <a:defRPr b="0" i="0">
                <a:latin typeface="Artifakt Element" panose="020B0503050000020004" pitchFamily="34" charset="77"/>
              </a:defRPr>
            </a:lvl1pPr>
          </a:lstStyle>
          <a:p>
            <a:endParaRPr lang="en-US"/>
          </a:p>
        </p:txBody>
      </p:sp>
      <p:sp>
        <p:nvSpPr>
          <p:cNvPr id="6" name="Title 5">
            <a:extLst>
              <a:ext uri="{FF2B5EF4-FFF2-40B4-BE49-F238E27FC236}">
                <a16:creationId xmlns:a16="http://schemas.microsoft.com/office/drawing/2014/main" id="{E7D69307-1AD1-AA51-DFBB-DEDFFACBF17B}"/>
              </a:ext>
            </a:extLst>
          </p:cNvPr>
          <p:cNvSpPr>
            <a:spLocks noGrp="1"/>
          </p:cNvSpPr>
          <p:nvPr>
            <p:ph type="title" hasCustomPrompt="1"/>
          </p:nvPr>
        </p:nvSpPr>
        <p:spPr>
          <a:xfrm>
            <a:off x="419100" y="423668"/>
            <a:ext cx="5271725" cy="963247"/>
          </a:xfrm>
        </p:spPr>
        <p:txBody>
          <a:bodyPr/>
          <a:lstStyle>
            <a:lvl1pPr>
              <a:defRPr/>
            </a:lvl1pPr>
          </a:lstStyle>
          <a:p>
            <a:pPr lvl="0"/>
            <a:r>
              <a:rPr lang="en-US"/>
              <a:t>Click to add title</a:t>
            </a:r>
          </a:p>
        </p:txBody>
      </p:sp>
      <p:sp>
        <p:nvSpPr>
          <p:cNvPr id="8" name="Text Placeholder 7">
            <a:extLst>
              <a:ext uri="{FF2B5EF4-FFF2-40B4-BE49-F238E27FC236}">
                <a16:creationId xmlns:a16="http://schemas.microsoft.com/office/drawing/2014/main" id="{E34DA2C6-52E8-C130-AA3E-7DFF8788F60A}"/>
              </a:ext>
            </a:extLst>
          </p:cNvPr>
          <p:cNvSpPr>
            <a:spLocks noGrp="1"/>
          </p:cNvSpPr>
          <p:nvPr>
            <p:ph type="body" sz="quarter" idx="53" hasCustomPrompt="1"/>
          </p:nvPr>
        </p:nvSpPr>
        <p:spPr>
          <a:xfrm>
            <a:off x="9690025" y="1637397"/>
            <a:ext cx="2032075" cy="866515"/>
          </a:xfrm>
          <a:prstGeom prst="rect">
            <a:avLst/>
          </a:prstGeom>
        </p:spPr>
        <p:txBody>
          <a:bodyPr anchor="ctr"/>
          <a:lstStyle>
            <a:lvl1pPr marL="0" indent="0">
              <a:buNone/>
              <a:defRPr sz="7200" b="1">
                <a:solidFill>
                  <a:schemeClr val="tx1"/>
                </a:solidFill>
                <a:latin typeface="+mj-lt"/>
              </a:defRPr>
            </a:lvl1pPr>
          </a:lstStyle>
          <a:p>
            <a:pPr lvl="0"/>
            <a:r>
              <a:rPr lang="en-US"/>
              <a:t>00%</a:t>
            </a:r>
          </a:p>
        </p:txBody>
      </p:sp>
      <p:sp>
        <p:nvSpPr>
          <p:cNvPr id="11" name="Text Placeholder 10">
            <a:extLst>
              <a:ext uri="{FF2B5EF4-FFF2-40B4-BE49-F238E27FC236}">
                <a16:creationId xmlns:a16="http://schemas.microsoft.com/office/drawing/2014/main" id="{1E81F28B-9AB7-0DCB-5F51-669EDEDA2BEF}"/>
              </a:ext>
            </a:extLst>
          </p:cNvPr>
          <p:cNvSpPr>
            <a:spLocks noGrp="1"/>
          </p:cNvSpPr>
          <p:nvPr>
            <p:ph type="body" sz="quarter" idx="54" hasCustomPrompt="1"/>
          </p:nvPr>
        </p:nvSpPr>
        <p:spPr>
          <a:xfrm>
            <a:off x="419100" y="3164114"/>
            <a:ext cx="5271725" cy="2741386"/>
          </a:xfrm>
          <a:prstGeom prst="rect">
            <a:avLst/>
          </a:prstGeom>
        </p:spPr>
        <p:txBody>
          <a:bodyPr/>
          <a:lstStyle>
            <a:lvl1pPr marL="0" indent="0">
              <a:spcBef>
                <a:spcPts val="0"/>
              </a:spcBef>
              <a:spcAft>
                <a:spcPts val="1200"/>
              </a:spcAft>
              <a:buNone/>
              <a:defRPr sz="1200" b="0" i="0">
                <a:latin typeface="Artifakt Element" panose="020B0503050000020004" pitchFamily="34" charset="77"/>
              </a:defRPr>
            </a:lvl1pPr>
          </a:lstStyle>
          <a:p>
            <a:pPr lvl="0"/>
            <a:r>
              <a:rPr lang="en-US"/>
              <a:t>Click to add body copy</a:t>
            </a:r>
          </a:p>
        </p:txBody>
      </p:sp>
      <p:sp>
        <p:nvSpPr>
          <p:cNvPr id="3" name="Text Placeholder 2">
            <a:extLst>
              <a:ext uri="{FF2B5EF4-FFF2-40B4-BE49-F238E27FC236}">
                <a16:creationId xmlns:a16="http://schemas.microsoft.com/office/drawing/2014/main" id="{FC8559AA-2694-F0EA-20AB-2397768EA2A2}"/>
              </a:ext>
            </a:extLst>
          </p:cNvPr>
          <p:cNvSpPr>
            <a:spLocks noGrp="1"/>
          </p:cNvSpPr>
          <p:nvPr>
            <p:ph type="body" sz="quarter" idx="56" hasCustomPrompt="1"/>
          </p:nvPr>
        </p:nvSpPr>
        <p:spPr>
          <a:xfrm>
            <a:off x="9690100" y="1034206"/>
            <a:ext cx="2029968" cy="477094"/>
          </a:xfrm>
        </p:spPr>
        <p:txBody>
          <a:bodyPr/>
          <a:lstStyle>
            <a:lvl1pPr marL="0" indent="0">
              <a:buClr>
                <a:schemeClr val="tx1"/>
              </a:buClr>
              <a:buNone/>
              <a:defRPr sz="1200" b="0" i="0">
                <a:solidFill>
                  <a:schemeClr val="tx1"/>
                </a:solidFill>
                <a:latin typeface="Artifakt Element" panose="020B0503050000020004" pitchFamily="34" charset="77"/>
              </a:defRPr>
            </a:lvl1pPr>
            <a:lvl2pPr marL="228600" indent="0">
              <a:buClr>
                <a:schemeClr val="tx1"/>
              </a:buClr>
              <a:buNone/>
              <a:defRPr sz="1100">
                <a:solidFill>
                  <a:schemeClr val="tx1"/>
                </a:solidFill>
              </a:defRPr>
            </a:lvl2pPr>
            <a:lvl3pPr marL="457200" indent="0">
              <a:buClr>
                <a:schemeClr val="tx1"/>
              </a:buClr>
              <a:buNone/>
              <a:defRPr sz="1050">
                <a:solidFill>
                  <a:schemeClr val="tx1"/>
                </a:solidFill>
              </a:defRPr>
            </a:lvl3pPr>
            <a:lvl4pPr marL="685800" indent="0">
              <a:buClr>
                <a:schemeClr val="tx1"/>
              </a:buClr>
              <a:buNone/>
              <a:defRPr sz="1000">
                <a:solidFill>
                  <a:schemeClr val="tx1"/>
                </a:solidFill>
              </a:defRPr>
            </a:lvl4pPr>
            <a:lvl5pPr marL="914400" indent="0">
              <a:buClr>
                <a:schemeClr val="tx1"/>
              </a:buClr>
              <a:buNone/>
              <a:defRPr sz="1000">
                <a:solidFill>
                  <a:schemeClr val="tx1"/>
                </a:solidFill>
              </a:defRPr>
            </a:lvl5pPr>
          </a:lstStyle>
          <a:p>
            <a:pPr lvl="0"/>
            <a:r>
              <a:rPr lang="en-US"/>
              <a:t>Click to add body copy</a:t>
            </a:r>
          </a:p>
        </p:txBody>
      </p:sp>
      <p:sp>
        <p:nvSpPr>
          <p:cNvPr id="9" name="Picture Placeholder 8">
            <a:extLst>
              <a:ext uri="{FF2B5EF4-FFF2-40B4-BE49-F238E27FC236}">
                <a16:creationId xmlns:a16="http://schemas.microsoft.com/office/drawing/2014/main" id="{8EC0C128-273F-6C8F-114B-258295AD6547}"/>
              </a:ext>
            </a:extLst>
          </p:cNvPr>
          <p:cNvSpPr>
            <a:spLocks noGrp="1"/>
          </p:cNvSpPr>
          <p:nvPr>
            <p:ph type="pic" sz="quarter" idx="57"/>
          </p:nvPr>
        </p:nvSpPr>
        <p:spPr>
          <a:xfrm>
            <a:off x="5918200" y="3429000"/>
            <a:ext cx="6273800" cy="3429000"/>
          </a:xfrm>
          <a:custGeom>
            <a:avLst/>
            <a:gdLst>
              <a:gd name="connsiteX0" fmla="*/ 177800 w 6273800"/>
              <a:gd name="connsiteY0" fmla="*/ 0 h 3429000"/>
              <a:gd name="connsiteX1" fmla="*/ 6273800 w 6273800"/>
              <a:gd name="connsiteY1" fmla="*/ 0 h 3429000"/>
              <a:gd name="connsiteX2" fmla="*/ 6273800 w 6273800"/>
              <a:gd name="connsiteY2" fmla="*/ 3429000 h 3429000"/>
              <a:gd name="connsiteX3" fmla="*/ 0 w 6273800"/>
              <a:gd name="connsiteY3" fmla="*/ 3429000 h 3429000"/>
              <a:gd name="connsiteX4" fmla="*/ 0 w 6273800"/>
              <a:gd name="connsiteY4" fmla="*/ 3426122 h 3429000"/>
              <a:gd name="connsiteX5" fmla="*/ 13037 w 6273800"/>
              <a:gd name="connsiteY5" fmla="*/ 3424808 h 3429000"/>
              <a:gd name="connsiteX6" fmla="*/ 177800 w 6273800"/>
              <a:gd name="connsiteY6" fmla="*/ 322265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3800" h="3429000">
                <a:moveTo>
                  <a:pt x="177800" y="0"/>
                </a:moveTo>
                <a:lnTo>
                  <a:pt x="6273800" y="0"/>
                </a:lnTo>
                <a:lnTo>
                  <a:pt x="6273800" y="3429000"/>
                </a:lnTo>
                <a:lnTo>
                  <a:pt x="0" y="3429000"/>
                </a:lnTo>
                <a:lnTo>
                  <a:pt x="0" y="3426122"/>
                </a:lnTo>
                <a:lnTo>
                  <a:pt x="13037" y="3424808"/>
                </a:lnTo>
                <a:cubicBezTo>
                  <a:pt x="107067" y="3405567"/>
                  <a:pt x="177800" y="3322369"/>
                  <a:pt x="177800" y="3222650"/>
                </a:cubicBezTo>
                <a:close/>
              </a:path>
            </a:pathLst>
          </a:custGeom>
          <a:solidFill>
            <a:schemeClr val="tx1"/>
          </a:solidFill>
          <a:ln>
            <a:noFill/>
          </a:ln>
        </p:spPr>
        <p:txBody>
          <a:bodyPr wrap="square">
            <a:noAutofit/>
          </a:bodyPr>
          <a:lstStyle>
            <a:lvl1pPr>
              <a:defRPr b="0" i="0">
                <a:latin typeface="Artifakt Element" panose="020B0503050000020004" pitchFamily="34" charset="77"/>
              </a:defRPr>
            </a:lvl1pPr>
          </a:lstStyle>
          <a:p>
            <a:endParaRPr lang="en-US"/>
          </a:p>
        </p:txBody>
      </p:sp>
      <p:sp>
        <p:nvSpPr>
          <p:cNvPr id="7" name="Text Placeholder 18">
            <a:extLst>
              <a:ext uri="{FF2B5EF4-FFF2-40B4-BE49-F238E27FC236}">
                <a16:creationId xmlns:a16="http://schemas.microsoft.com/office/drawing/2014/main" id="{18E76D6E-9C14-13A2-D0D4-B95B4E77825A}"/>
              </a:ext>
            </a:extLst>
          </p:cNvPr>
          <p:cNvSpPr>
            <a:spLocks noGrp="1"/>
          </p:cNvSpPr>
          <p:nvPr>
            <p:ph type="body" sz="quarter" idx="28" hasCustomPrompt="1"/>
          </p:nvPr>
        </p:nvSpPr>
        <p:spPr>
          <a:xfrm>
            <a:off x="442914" y="6421359"/>
            <a:ext cx="52479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13" name="Text Placeholder 35">
            <a:extLst>
              <a:ext uri="{FF2B5EF4-FFF2-40B4-BE49-F238E27FC236}">
                <a16:creationId xmlns:a16="http://schemas.microsoft.com/office/drawing/2014/main" id="{753DD264-B83B-B1C7-003E-BBEECDD4A0D3}"/>
              </a:ext>
            </a:extLst>
          </p:cNvPr>
          <p:cNvSpPr>
            <a:spLocks noGrp="1"/>
          </p:cNvSpPr>
          <p:nvPr>
            <p:ph type="body" sz="quarter" idx="30" hasCustomPrompt="1"/>
          </p:nvPr>
        </p:nvSpPr>
        <p:spPr>
          <a:xfrm>
            <a:off x="6349059" y="6553200"/>
            <a:ext cx="5423841"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
        <p:nvSpPr>
          <p:cNvPr id="14" name="Text Placeholder 35">
            <a:extLst>
              <a:ext uri="{FF2B5EF4-FFF2-40B4-BE49-F238E27FC236}">
                <a16:creationId xmlns:a16="http://schemas.microsoft.com/office/drawing/2014/main" id="{129C76D5-E834-41DC-2673-837EE99AFB6B}"/>
              </a:ext>
            </a:extLst>
          </p:cNvPr>
          <p:cNvSpPr>
            <a:spLocks noGrp="1"/>
          </p:cNvSpPr>
          <p:nvPr>
            <p:ph type="body" sz="quarter" idx="59" hasCustomPrompt="1"/>
          </p:nvPr>
        </p:nvSpPr>
        <p:spPr>
          <a:xfrm>
            <a:off x="6349059" y="3078706"/>
            <a:ext cx="2506016"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
        <p:nvSpPr>
          <p:cNvPr id="15" name="Text Placeholder 10">
            <a:extLst>
              <a:ext uri="{FF2B5EF4-FFF2-40B4-BE49-F238E27FC236}">
                <a16:creationId xmlns:a16="http://schemas.microsoft.com/office/drawing/2014/main" id="{BEFB9225-977A-2F3D-B65B-BD5DD81EF512}"/>
              </a:ext>
            </a:extLst>
          </p:cNvPr>
          <p:cNvSpPr>
            <a:spLocks noGrp="1"/>
          </p:cNvSpPr>
          <p:nvPr>
            <p:ph type="body" sz="quarter" idx="58" hasCustomPrompt="1"/>
          </p:nvPr>
        </p:nvSpPr>
        <p:spPr>
          <a:xfrm>
            <a:off x="419100" y="2368822"/>
            <a:ext cx="5271725" cy="590278"/>
          </a:xfrm>
          <a:prstGeom prst="rect">
            <a:avLst/>
          </a:prstGeom>
        </p:spPr>
        <p:txBody>
          <a:bodyPr/>
          <a:lstStyle>
            <a:lvl1pPr marL="0" marR="0" indent="0" algn="l" defTabSz="914354" rtl="0" eaLnBrk="1" fontAlgn="auto" latinLnBrk="0" hangingPunct="1">
              <a:lnSpc>
                <a:spcPct val="100000"/>
              </a:lnSpc>
              <a:spcBef>
                <a:spcPts val="0"/>
              </a:spcBef>
              <a:spcAft>
                <a:spcPts val="0"/>
              </a:spcAft>
              <a:buClr>
                <a:schemeClr val="tx1"/>
              </a:buClr>
              <a:buSzPct val="100000"/>
              <a:buFont typeface="Wingdings 2" panose="05020102010507070707" pitchFamily="18" charset="2"/>
              <a:buNone/>
              <a:tabLst/>
              <a:defRPr sz="2000" b="1">
                <a:solidFill>
                  <a:schemeClr val="bg1"/>
                </a:solidFill>
                <a:latin typeface="+mj-lt"/>
              </a:defRPr>
            </a:lvl1pPr>
          </a:lstStyle>
          <a:p>
            <a:pPr lvl="0"/>
            <a:r>
              <a:rPr lang="en-US"/>
              <a:t>Click to add header</a:t>
            </a:r>
          </a:p>
        </p:txBody>
      </p:sp>
    </p:spTree>
    <p:extLst>
      <p:ext uri="{BB962C8B-B14F-4D97-AF65-F5344CB8AC3E}">
        <p14:creationId xmlns:p14="http://schemas.microsoft.com/office/powerpoint/2010/main" val="423127865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ight/Dark Half">
    <p:spTree>
      <p:nvGrpSpPr>
        <p:cNvPr id="1" name=""/>
        <p:cNvGrpSpPr/>
        <p:nvPr/>
      </p:nvGrpSpPr>
      <p:grpSpPr>
        <a:xfrm>
          <a:off x="0" y="0"/>
          <a:ext cx="0" cy="0"/>
          <a:chOff x="0" y="0"/>
          <a:chExt cx="0" cy="0"/>
        </a:xfrm>
      </p:grpSpPr>
      <p:sp>
        <p:nvSpPr>
          <p:cNvPr id="5" name="Rounded Rectangle 6">
            <a:extLst>
              <a:ext uri="{FF2B5EF4-FFF2-40B4-BE49-F238E27FC236}">
                <a16:creationId xmlns:a16="http://schemas.microsoft.com/office/drawing/2014/main" id="{29719A6B-0A29-A200-BD59-3E498625A389}"/>
              </a:ext>
            </a:extLst>
          </p:cNvPr>
          <p:cNvSpPr/>
          <p:nvPr userDrawn="1"/>
        </p:nvSpPr>
        <p:spPr>
          <a:xfrm>
            <a:off x="6096000" y="1"/>
            <a:ext cx="6096000" cy="6858000"/>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rtifakt Element" panose="020B0503050000020004" pitchFamily="34" charset="77"/>
            </a:endParaRPr>
          </a:p>
        </p:txBody>
      </p:sp>
      <p:sp>
        <p:nvSpPr>
          <p:cNvPr id="6" name="Rounded Rectangle 17">
            <a:extLst>
              <a:ext uri="{FF2B5EF4-FFF2-40B4-BE49-F238E27FC236}">
                <a16:creationId xmlns:a16="http://schemas.microsoft.com/office/drawing/2014/main" id="{F33B25BA-C8CC-A289-2B36-125B7712F0A4}"/>
              </a:ext>
            </a:extLst>
          </p:cNvPr>
          <p:cNvSpPr/>
          <p:nvPr userDrawn="1"/>
        </p:nvSpPr>
        <p:spPr>
          <a:xfrm>
            <a:off x="-3048" y="1"/>
            <a:ext cx="6096000" cy="6858000"/>
          </a:xfrm>
          <a:prstGeom prst="roundRect">
            <a:avLst>
              <a:gd name="adj" fmla="val 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rtifakt Element" panose="020B0503050000020004" pitchFamily="34" charset="77"/>
            </a:endParaRPr>
          </a:p>
        </p:txBody>
      </p:sp>
      <p:sp>
        <p:nvSpPr>
          <p:cNvPr id="2" name="Title 1">
            <a:extLst>
              <a:ext uri="{FF2B5EF4-FFF2-40B4-BE49-F238E27FC236}">
                <a16:creationId xmlns:a16="http://schemas.microsoft.com/office/drawing/2014/main" id="{C7B72C6A-A0CC-53A1-5513-68CB4538C4D5}"/>
              </a:ext>
            </a:extLst>
          </p:cNvPr>
          <p:cNvSpPr>
            <a:spLocks noGrp="1"/>
          </p:cNvSpPr>
          <p:nvPr>
            <p:ph type="title" hasCustomPrompt="1"/>
          </p:nvPr>
        </p:nvSpPr>
        <p:spPr>
          <a:xfrm>
            <a:off x="419100" y="423668"/>
            <a:ext cx="5329400" cy="1214631"/>
          </a:xfrm>
        </p:spPr>
        <p:txBody>
          <a:bodyPr/>
          <a:lstStyle>
            <a:lvl1pPr>
              <a:defRPr>
                <a:solidFill>
                  <a:schemeClr val="tx1"/>
                </a:solidFill>
              </a:defRPr>
            </a:lvl1pPr>
          </a:lstStyle>
          <a:p>
            <a:pPr lvl="0"/>
            <a:r>
              <a:rPr lang="en-US"/>
              <a:t>Click to add title</a:t>
            </a:r>
          </a:p>
        </p:txBody>
      </p:sp>
      <p:sp>
        <p:nvSpPr>
          <p:cNvPr id="7" name="Content Placeholder 21">
            <a:extLst>
              <a:ext uri="{FF2B5EF4-FFF2-40B4-BE49-F238E27FC236}">
                <a16:creationId xmlns:a16="http://schemas.microsoft.com/office/drawing/2014/main" id="{F4C7E1A1-0B67-D572-A45A-6D5EE345A41C}"/>
              </a:ext>
            </a:extLst>
          </p:cNvPr>
          <p:cNvSpPr>
            <a:spLocks noGrp="1"/>
          </p:cNvSpPr>
          <p:nvPr>
            <p:ph sz="quarter" idx="51" hasCustomPrompt="1"/>
          </p:nvPr>
        </p:nvSpPr>
        <p:spPr>
          <a:xfrm>
            <a:off x="419100" y="2031964"/>
            <a:ext cx="5340512" cy="3867186"/>
          </a:xfrm>
        </p:spPr>
        <p:txBody>
          <a:bodyPr/>
          <a:lstStyle>
            <a:lvl1pPr>
              <a:buClr>
                <a:schemeClr val="tx1"/>
              </a:buClr>
              <a:defRPr b="0" i="0">
                <a:solidFill>
                  <a:schemeClr val="tx1"/>
                </a:solidFill>
                <a:latin typeface="Artifakt Element" panose="020B0503050000020004" pitchFamily="34" charset="77"/>
              </a:defRPr>
            </a:lvl1pPr>
            <a:lvl2pPr>
              <a:buClr>
                <a:schemeClr val="tx1"/>
              </a:buClr>
              <a:defRPr b="0" i="0">
                <a:solidFill>
                  <a:schemeClr val="tx1"/>
                </a:solidFill>
                <a:latin typeface="Artifakt Element" panose="020B0503050000020004" pitchFamily="34" charset="77"/>
              </a:defRPr>
            </a:lvl2pPr>
            <a:lvl3pPr>
              <a:buClr>
                <a:schemeClr val="tx1"/>
              </a:buClr>
              <a:defRPr b="0" i="0">
                <a:solidFill>
                  <a:schemeClr val="tx1"/>
                </a:solidFill>
                <a:latin typeface="Artifakt Element" panose="020B0503050000020004" pitchFamily="34" charset="77"/>
              </a:defRPr>
            </a:lvl3pPr>
            <a:lvl4pPr>
              <a:buClr>
                <a:schemeClr val="tx1"/>
              </a:buClr>
              <a:defRPr b="0" i="0">
                <a:solidFill>
                  <a:schemeClr val="tx1"/>
                </a:solidFill>
                <a:latin typeface="Artifakt Element" panose="020B0503050000020004" pitchFamily="34" charset="77"/>
              </a:defRPr>
            </a:lvl4pPr>
            <a:lvl5pPr>
              <a:buClr>
                <a:schemeClr val="tx1"/>
              </a:buClr>
              <a:defRPr b="0" i="0">
                <a:solidFill>
                  <a:schemeClr val="tx1"/>
                </a:solidFill>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8" name="Content Placeholder 21">
            <a:extLst>
              <a:ext uri="{FF2B5EF4-FFF2-40B4-BE49-F238E27FC236}">
                <a16:creationId xmlns:a16="http://schemas.microsoft.com/office/drawing/2014/main" id="{AA1D19CE-07AD-4579-0AA9-3FF0C7933124}"/>
              </a:ext>
            </a:extLst>
          </p:cNvPr>
          <p:cNvSpPr>
            <a:spLocks noGrp="1"/>
          </p:cNvSpPr>
          <p:nvPr>
            <p:ph sz="quarter" idx="52" hasCustomPrompt="1"/>
          </p:nvPr>
        </p:nvSpPr>
        <p:spPr>
          <a:xfrm>
            <a:off x="6443500" y="2031964"/>
            <a:ext cx="5329400" cy="3867186"/>
          </a:xfrm>
        </p:spPr>
        <p:txBody>
          <a:bodyPr/>
          <a:lstStyle>
            <a:lvl1pPr>
              <a:buClr>
                <a:schemeClr val="bg1"/>
              </a:buClr>
              <a:defRPr b="0" i="0">
                <a:solidFill>
                  <a:schemeClr val="bg1"/>
                </a:solidFill>
                <a:latin typeface="Artifakt Element" panose="020B0503050000020004" pitchFamily="34" charset="77"/>
              </a:defRPr>
            </a:lvl1pPr>
            <a:lvl2pPr>
              <a:buClr>
                <a:schemeClr val="bg1"/>
              </a:buClr>
              <a:defRPr b="0" i="0">
                <a:solidFill>
                  <a:schemeClr val="bg1"/>
                </a:solidFill>
                <a:latin typeface="Artifakt Element" panose="020B0503050000020004" pitchFamily="34" charset="77"/>
              </a:defRPr>
            </a:lvl2pPr>
            <a:lvl3pPr>
              <a:buClr>
                <a:schemeClr val="bg1"/>
              </a:buClr>
              <a:defRPr b="0" i="0">
                <a:solidFill>
                  <a:schemeClr val="bg1"/>
                </a:solidFill>
                <a:latin typeface="Artifakt Element" panose="020B0503050000020004" pitchFamily="34" charset="77"/>
              </a:defRPr>
            </a:lvl3pPr>
            <a:lvl4pPr>
              <a:buClr>
                <a:schemeClr val="bg1"/>
              </a:buClr>
              <a:defRPr b="0" i="0">
                <a:solidFill>
                  <a:schemeClr val="bg1"/>
                </a:solidFill>
                <a:latin typeface="Artifakt Element" panose="020B0503050000020004" pitchFamily="34" charset="77"/>
              </a:defRPr>
            </a:lvl4pPr>
            <a:lvl5pPr>
              <a:buClr>
                <a:schemeClr val="bg1"/>
              </a:buClr>
              <a:defRPr b="0" i="0">
                <a:solidFill>
                  <a:schemeClr val="bg1"/>
                </a:solidFill>
                <a:latin typeface="Artifakt Element" panose="020B0503050000020004" pitchFamily="34" charset="77"/>
              </a:defRPr>
            </a:lvl5p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12272DCF-8E1A-6E1D-0653-39C982F757F7}"/>
              </a:ext>
            </a:extLst>
          </p:cNvPr>
          <p:cNvSpPr>
            <a:spLocks noGrp="1"/>
          </p:cNvSpPr>
          <p:nvPr>
            <p:ph type="body" sz="quarter" idx="53" hasCustomPrompt="1"/>
          </p:nvPr>
        </p:nvSpPr>
        <p:spPr>
          <a:xfrm>
            <a:off x="6443500" y="423668"/>
            <a:ext cx="5329400" cy="1214631"/>
          </a:xfrm>
        </p:spPr>
        <p:txBody>
          <a:bodyPr/>
          <a:lstStyle>
            <a:lvl1pPr marL="0" indent="0">
              <a:lnSpc>
                <a:spcPct val="90000"/>
              </a:lnSpc>
              <a:spcBef>
                <a:spcPts val="0"/>
              </a:spcBef>
              <a:spcAft>
                <a:spcPts val="0"/>
              </a:spcAft>
              <a:buNone/>
              <a:defRPr sz="3600" b="1">
                <a:solidFill>
                  <a:schemeClr val="bg1"/>
                </a:solidFill>
                <a:latin typeface="+mj-lt"/>
              </a:defRPr>
            </a:lvl1pPr>
          </a:lstStyle>
          <a:p>
            <a:pPr lvl="0"/>
            <a:r>
              <a:rPr lang="en-US"/>
              <a:t>Click to add title</a:t>
            </a:r>
          </a:p>
        </p:txBody>
      </p:sp>
      <p:sp>
        <p:nvSpPr>
          <p:cNvPr id="9" name="Slide Number Placeholder 2">
            <a:extLst>
              <a:ext uri="{FF2B5EF4-FFF2-40B4-BE49-F238E27FC236}">
                <a16:creationId xmlns:a16="http://schemas.microsoft.com/office/drawing/2014/main" id="{4D572F00-85A0-1A3C-7BD5-3E5148A40F7E}"/>
              </a:ext>
            </a:extLst>
          </p:cNvPr>
          <p:cNvSpPr>
            <a:spLocks noGrp="1"/>
          </p:cNvSpPr>
          <p:nvPr>
            <p:ph type="sldNum" sz="quarter" idx="10"/>
          </p:nvPr>
        </p:nvSpPr>
        <p:spPr>
          <a:xfrm>
            <a:off x="9043733" y="6421359"/>
            <a:ext cx="2740279" cy="254983"/>
          </a:xfrm>
          <a:prstGeom prst="rect">
            <a:avLst/>
          </a:prstGeom>
        </p:spPr>
        <p:txBody>
          <a:bodyPr/>
          <a:lstStyle>
            <a:lvl1pPr>
              <a:defRPr b="0" i="0">
                <a:solidFill>
                  <a:schemeClr val="bg1"/>
                </a:solidFill>
                <a:latin typeface="Artifakt Element" panose="020B0503050000020004" pitchFamily="34" charset="77"/>
              </a:defRPr>
            </a:lvl1pPr>
          </a:lstStyle>
          <a:p>
            <a:fld id="{D425CD52-4183-C145-916A-AE90310D9D4E}" type="slidenum">
              <a:rPr lang="en-US" smtClean="0"/>
              <a:pPr/>
              <a:t>‹#›</a:t>
            </a:fld>
            <a:endParaRPr lang="en-US"/>
          </a:p>
        </p:txBody>
      </p:sp>
      <p:sp>
        <p:nvSpPr>
          <p:cNvPr id="10" name="Text Placeholder 18">
            <a:extLst>
              <a:ext uri="{FF2B5EF4-FFF2-40B4-BE49-F238E27FC236}">
                <a16:creationId xmlns:a16="http://schemas.microsoft.com/office/drawing/2014/main" id="{4D15D849-C0CE-D62A-0B3A-875BCE7FC182}"/>
              </a:ext>
            </a:extLst>
          </p:cNvPr>
          <p:cNvSpPr>
            <a:spLocks noGrp="1"/>
          </p:cNvSpPr>
          <p:nvPr>
            <p:ph type="body" sz="quarter" idx="28" hasCustomPrompt="1"/>
          </p:nvPr>
        </p:nvSpPr>
        <p:spPr>
          <a:xfrm>
            <a:off x="419100" y="6421359"/>
            <a:ext cx="5340512"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Tree>
    <p:extLst>
      <p:ext uri="{BB962C8B-B14F-4D97-AF65-F5344CB8AC3E}">
        <p14:creationId xmlns:p14="http://schemas.microsoft.com/office/powerpoint/2010/main" val="80804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ig Quote">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2F0F5204-3FE4-73DD-B99E-F6A49528E10B}"/>
              </a:ext>
            </a:extLst>
          </p:cNvPr>
          <p:cNvSpPr>
            <a:spLocks noGrp="1"/>
          </p:cNvSpPr>
          <p:nvPr>
            <p:ph type="subTitle" idx="1" hasCustomPrompt="1"/>
          </p:nvPr>
        </p:nvSpPr>
        <p:spPr>
          <a:xfrm>
            <a:off x="2463508" y="4517514"/>
            <a:ext cx="3815213" cy="225736"/>
          </a:xfrm>
          <a:prstGeom prst="rect">
            <a:avLst/>
          </a:prstGeom>
        </p:spPr>
        <p:txBody>
          <a:bodyPr lIns="0" rIns="0" anchor="b">
            <a:noAutofit/>
          </a:bodyPr>
          <a:lstStyle>
            <a:lvl1pPr marL="0" indent="0" algn="l">
              <a:lnSpc>
                <a:spcPct val="100000"/>
              </a:lnSpc>
              <a:spcBef>
                <a:spcPts val="0"/>
              </a:spcBef>
              <a:spcAft>
                <a:spcPts val="0"/>
              </a:spcAft>
              <a:buNone/>
              <a:defRPr sz="1400" b="0" i="0" spc="0">
                <a:solidFill>
                  <a:schemeClr val="accent5"/>
                </a:solidFill>
                <a:latin typeface="Artifakt Element" panose="020B0503050000020004" pitchFamily="34" charset="77"/>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Add name here, title here​, company here</a:t>
            </a:r>
          </a:p>
        </p:txBody>
      </p:sp>
      <p:sp>
        <p:nvSpPr>
          <p:cNvPr id="5" name="Title 4">
            <a:extLst>
              <a:ext uri="{FF2B5EF4-FFF2-40B4-BE49-F238E27FC236}">
                <a16:creationId xmlns:a16="http://schemas.microsoft.com/office/drawing/2014/main" id="{60034971-5308-7637-A3F2-42A3917EA9C5}"/>
              </a:ext>
            </a:extLst>
          </p:cNvPr>
          <p:cNvSpPr>
            <a:spLocks noGrp="1"/>
          </p:cNvSpPr>
          <p:nvPr>
            <p:ph type="title" hasCustomPrompt="1"/>
          </p:nvPr>
        </p:nvSpPr>
        <p:spPr>
          <a:xfrm>
            <a:off x="2463508" y="2511425"/>
            <a:ext cx="7165975" cy="1835150"/>
          </a:xfrm>
        </p:spPr>
        <p:txBody>
          <a:bodyPr/>
          <a:lstStyle>
            <a:lvl1pPr>
              <a:defRPr sz="4000"/>
            </a:lvl1pPr>
          </a:lstStyle>
          <a:p>
            <a:r>
              <a:rPr lang="en-US"/>
              <a:t>Click to add quote</a:t>
            </a:r>
          </a:p>
        </p:txBody>
      </p:sp>
      <p:sp>
        <p:nvSpPr>
          <p:cNvPr id="6" name="Text Placeholder 18">
            <a:extLst>
              <a:ext uri="{FF2B5EF4-FFF2-40B4-BE49-F238E27FC236}">
                <a16:creationId xmlns:a16="http://schemas.microsoft.com/office/drawing/2014/main" id="{E1F8CD5B-9844-52F1-4629-C22F1F762450}"/>
              </a:ext>
            </a:extLst>
          </p:cNvPr>
          <p:cNvSpPr>
            <a:spLocks noGrp="1"/>
          </p:cNvSpPr>
          <p:nvPr>
            <p:ph type="body" sz="quarter" idx="28" hasCustomPrompt="1"/>
          </p:nvPr>
        </p:nvSpPr>
        <p:spPr>
          <a:xfrm>
            <a:off x="419100" y="6421359"/>
            <a:ext cx="5271725"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accent6"/>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7" name="Slide Number Placeholder 14">
            <a:extLst>
              <a:ext uri="{FF2B5EF4-FFF2-40B4-BE49-F238E27FC236}">
                <a16:creationId xmlns:a16="http://schemas.microsoft.com/office/drawing/2014/main" id="{3D6D4FC2-40CE-D6E6-0F53-F22BE8197C2C}"/>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Tree>
    <p:extLst>
      <p:ext uri="{BB962C8B-B14F-4D97-AF65-F5344CB8AC3E}">
        <p14:creationId xmlns:p14="http://schemas.microsoft.com/office/powerpoint/2010/main" val="918003321"/>
      </p:ext>
    </p:extLst>
  </p:cSld>
  <p:clrMapOvr>
    <a:masterClrMapping/>
  </p:clrMapOvr>
  <p:extLst>
    <p:ext uri="{DCECCB84-F9BA-43D5-87BE-67443E8EF086}">
      <p15:sldGuideLst xmlns:p15="http://schemas.microsoft.com/office/powerpoint/2012/main">
        <p15:guide id="1" orient="horz" pos="213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 Full Image">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16450DC-0567-EADF-88E7-CEF8D13AADD6}"/>
              </a:ext>
            </a:extLst>
          </p:cNvPr>
          <p:cNvSpPr>
            <a:spLocks noGrp="1"/>
          </p:cNvSpPr>
          <p:nvPr>
            <p:ph type="pic" sz="quarter" idx="10"/>
          </p:nvPr>
        </p:nvSpPr>
        <p:spPr>
          <a:xfrm>
            <a:off x="0" y="0"/>
            <a:ext cx="12192000" cy="6858000"/>
          </a:xfrm>
          <a:custGeom>
            <a:avLst/>
            <a:gdLst>
              <a:gd name="connsiteX0" fmla="*/ 2742284 w 12192000"/>
              <a:gd name="connsiteY0" fmla="*/ 1220419 h 6858000"/>
              <a:gd name="connsiteX1" fmla="*/ 2470402 w 12192000"/>
              <a:gd name="connsiteY1" fmla="*/ 1492300 h 6858000"/>
              <a:gd name="connsiteX2" fmla="*/ 2470402 w 12192000"/>
              <a:gd name="connsiteY2" fmla="*/ 5349849 h 6858000"/>
              <a:gd name="connsiteX3" fmla="*/ 2742284 w 12192000"/>
              <a:gd name="connsiteY3" fmla="*/ 5621731 h 6858000"/>
              <a:gd name="connsiteX4" fmla="*/ 9441788 w 12192000"/>
              <a:gd name="connsiteY4" fmla="*/ 5621731 h 6858000"/>
              <a:gd name="connsiteX5" fmla="*/ 9713670 w 12192000"/>
              <a:gd name="connsiteY5" fmla="*/ 5349849 h 6858000"/>
              <a:gd name="connsiteX6" fmla="*/ 9713670 w 12192000"/>
              <a:gd name="connsiteY6" fmla="*/ 1492300 h 6858000"/>
              <a:gd name="connsiteX7" fmla="*/ 9441788 w 12192000"/>
              <a:gd name="connsiteY7" fmla="*/ 122041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2742284" y="1220419"/>
                </a:moveTo>
                <a:cubicBezTo>
                  <a:pt x="2592322" y="1220419"/>
                  <a:pt x="2470402" y="1342339"/>
                  <a:pt x="2470402" y="1492300"/>
                </a:cubicBezTo>
                <a:lnTo>
                  <a:pt x="2470402" y="5349849"/>
                </a:lnTo>
                <a:cubicBezTo>
                  <a:pt x="2470402" y="5499811"/>
                  <a:pt x="2592322" y="5621731"/>
                  <a:pt x="2742284" y="5621731"/>
                </a:cubicBezTo>
                <a:lnTo>
                  <a:pt x="9441788" y="5621731"/>
                </a:lnTo>
                <a:cubicBezTo>
                  <a:pt x="9591750" y="5621731"/>
                  <a:pt x="9713670" y="5499811"/>
                  <a:pt x="9713670" y="5349849"/>
                </a:cubicBezTo>
                <a:lnTo>
                  <a:pt x="9713670" y="1492300"/>
                </a:lnTo>
                <a:cubicBezTo>
                  <a:pt x="9713670" y="1342339"/>
                  <a:pt x="9591750" y="1220419"/>
                  <a:pt x="9441788" y="1220419"/>
                </a:cubicBezTo>
                <a:close/>
                <a:moveTo>
                  <a:pt x="0" y="0"/>
                </a:moveTo>
                <a:lnTo>
                  <a:pt x="12192000" y="0"/>
                </a:lnTo>
                <a:lnTo>
                  <a:pt x="12192000" y="6858000"/>
                </a:lnTo>
                <a:lnTo>
                  <a:pt x="0" y="6858000"/>
                </a:lnTo>
                <a:close/>
              </a:path>
            </a:pathLst>
          </a:custGeom>
          <a:solidFill>
            <a:schemeClr val="bg2"/>
          </a:solidFill>
          <a:ln>
            <a:noFill/>
          </a:ln>
        </p:spPr>
        <p:txBody>
          <a:bodyPr wrap="square">
            <a:noAutofit/>
          </a:bodyPr>
          <a:lstStyle>
            <a:lvl1pPr>
              <a:defRPr b="0" i="0">
                <a:latin typeface="Artifakt Element" panose="020B0503050000020004" pitchFamily="34" charset="77"/>
              </a:defRPr>
            </a:lvl1pPr>
          </a:lstStyle>
          <a:p>
            <a:endParaRPr lang="en-US"/>
          </a:p>
        </p:txBody>
      </p:sp>
      <p:sp>
        <p:nvSpPr>
          <p:cNvPr id="15" name="Subtitle 2">
            <a:extLst>
              <a:ext uri="{FF2B5EF4-FFF2-40B4-BE49-F238E27FC236}">
                <a16:creationId xmlns:a16="http://schemas.microsoft.com/office/drawing/2014/main" id="{749FD21C-BCA7-B274-F1E4-1065000A0BBE}"/>
              </a:ext>
            </a:extLst>
          </p:cNvPr>
          <p:cNvSpPr>
            <a:spLocks noGrp="1"/>
          </p:cNvSpPr>
          <p:nvPr>
            <p:ph type="subTitle" idx="1" hasCustomPrompt="1"/>
          </p:nvPr>
        </p:nvSpPr>
        <p:spPr>
          <a:xfrm>
            <a:off x="3668423" y="4608066"/>
            <a:ext cx="3815213" cy="225736"/>
          </a:xfrm>
          <a:prstGeom prst="rect">
            <a:avLst/>
          </a:prstGeom>
        </p:spPr>
        <p:txBody>
          <a:bodyPr lIns="0" rIns="0" anchor="b">
            <a:noAutofit/>
          </a:bodyPr>
          <a:lstStyle>
            <a:lvl1pPr marL="0" indent="0" algn="l">
              <a:lnSpc>
                <a:spcPct val="100000"/>
              </a:lnSpc>
              <a:spcBef>
                <a:spcPts val="0"/>
              </a:spcBef>
              <a:spcAft>
                <a:spcPts val="0"/>
              </a:spcAft>
              <a:buNone/>
              <a:defRPr sz="1400" b="0" i="0" spc="0">
                <a:solidFill>
                  <a:schemeClr val="accent5"/>
                </a:solidFill>
                <a:latin typeface="Artifakt Element" panose="020B0503050000020004" pitchFamily="34" charset="77"/>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Add name here, title here​, company here</a:t>
            </a:r>
          </a:p>
        </p:txBody>
      </p:sp>
      <p:sp>
        <p:nvSpPr>
          <p:cNvPr id="5" name="Title 4">
            <a:extLst>
              <a:ext uri="{FF2B5EF4-FFF2-40B4-BE49-F238E27FC236}">
                <a16:creationId xmlns:a16="http://schemas.microsoft.com/office/drawing/2014/main" id="{1826A758-6EF2-7A2A-CA2E-634CA59325A5}"/>
              </a:ext>
            </a:extLst>
          </p:cNvPr>
          <p:cNvSpPr>
            <a:spLocks noGrp="1"/>
          </p:cNvSpPr>
          <p:nvPr>
            <p:ph type="title" hasCustomPrompt="1"/>
          </p:nvPr>
        </p:nvSpPr>
        <p:spPr>
          <a:xfrm>
            <a:off x="3668423" y="2423886"/>
            <a:ext cx="5088391" cy="1948612"/>
          </a:xfrm>
        </p:spPr>
        <p:txBody>
          <a:bodyPr/>
          <a:lstStyle>
            <a:lvl1pPr>
              <a:defRPr sz="3200"/>
            </a:lvl1pPr>
          </a:lstStyle>
          <a:p>
            <a:r>
              <a:rPr lang="en-US"/>
              <a:t>Click to add quote</a:t>
            </a:r>
          </a:p>
        </p:txBody>
      </p:sp>
      <p:sp>
        <p:nvSpPr>
          <p:cNvPr id="4" name="Text Placeholder 35">
            <a:extLst>
              <a:ext uri="{FF2B5EF4-FFF2-40B4-BE49-F238E27FC236}">
                <a16:creationId xmlns:a16="http://schemas.microsoft.com/office/drawing/2014/main" id="{2E74E8BF-6534-F6F6-35E9-8ABE653C7130}"/>
              </a:ext>
            </a:extLst>
          </p:cNvPr>
          <p:cNvSpPr>
            <a:spLocks noGrp="1"/>
          </p:cNvSpPr>
          <p:nvPr>
            <p:ph type="body" sz="quarter" idx="30" hasCustomPrompt="1"/>
          </p:nvPr>
        </p:nvSpPr>
        <p:spPr>
          <a:xfrm>
            <a:off x="448926" y="6502400"/>
            <a:ext cx="5198150" cy="136208"/>
          </a:xfrm>
          <a:prstGeom prst="rect">
            <a:avLst/>
          </a:prstGeom>
        </p:spPr>
        <p:txBody>
          <a:bodyPr lIns="0" tIns="0" rIns="0" bIns="0" anchor="b">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228369066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 Image">
    <p:bg>
      <p:bgPr>
        <a:solidFill>
          <a:schemeClr val="bg1"/>
        </a:soli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545E514-2705-16FE-10F9-506036580D79}"/>
              </a:ext>
            </a:extLst>
          </p:cNvPr>
          <p:cNvSpPr/>
          <p:nvPr userDrawn="1"/>
        </p:nvSpPr>
        <p:spPr>
          <a:xfrm>
            <a:off x="419101" y="1638301"/>
            <a:ext cx="11364912" cy="3519488"/>
          </a:xfrm>
          <a:prstGeom prst="roundRect">
            <a:avLst>
              <a:gd name="adj" fmla="val 220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Artifakt Element" panose="020B0503050000020004" pitchFamily="34" charset="77"/>
            </a:endParaRPr>
          </a:p>
        </p:txBody>
      </p:sp>
      <p:sp>
        <p:nvSpPr>
          <p:cNvPr id="8" name="Picture Placeholder 16">
            <a:extLst>
              <a:ext uri="{FF2B5EF4-FFF2-40B4-BE49-F238E27FC236}">
                <a16:creationId xmlns:a16="http://schemas.microsoft.com/office/drawing/2014/main" id="{BA6312C0-86CD-FFF1-A03D-8F4C6E60F39A}"/>
              </a:ext>
            </a:extLst>
          </p:cNvPr>
          <p:cNvSpPr>
            <a:spLocks noGrp="1"/>
          </p:cNvSpPr>
          <p:nvPr>
            <p:ph type="pic" sz="quarter" idx="31"/>
          </p:nvPr>
        </p:nvSpPr>
        <p:spPr>
          <a:xfrm>
            <a:off x="419101" y="1638301"/>
            <a:ext cx="2640013" cy="3519488"/>
          </a:xfrm>
          <a:prstGeom prst="rect">
            <a:avLst/>
          </a:prstGeom>
        </p:spPr>
        <p:txBody>
          <a:bodyPr/>
          <a:lstStyle>
            <a:lvl1pPr marL="0" indent="0">
              <a:spcBef>
                <a:spcPts val="0"/>
              </a:spcBef>
              <a:spcAft>
                <a:spcPts val="0"/>
              </a:spcAft>
              <a:buNone/>
              <a:defRPr b="0" i="0">
                <a:latin typeface="Artifakt Element" panose="020B0503050000020004" pitchFamily="34" charset="77"/>
              </a:defRPr>
            </a:lvl1pPr>
          </a:lstStyle>
          <a:p>
            <a:r>
              <a:rPr lang="en-US"/>
              <a:t>Click icon to add picture</a:t>
            </a:r>
          </a:p>
        </p:txBody>
      </p:sp>
      <p:sp>
        <p:nvSpPr>
          <p:cNvPr id="9" name="Text Placeholder 11">
            <a:extLst>
              <a:ext uri="{FF2B5EF4-FFF2-40B4-BE49-F238E27FC236}">
                <a16:creationId xmlns:a16="http://schemas.microsoft.com/office/drawing/2014/main" id="{2394DA70-BD65-84B3-0217-ED81B38DA514}"/>
              </a:ext>
            </a:extLst>
          </p:cNvPr>
          <p:cNvSpPr>
            <a:spLocks noGrp="1"/>
          </p:cNvSpPr>
          <p:nvPr>
            <p:ph type="body" sz="quarter" idx="33" hasCustomPrompt="1"/>
          </p:nvPr>
        </p:nvSpPr>
        <p:spPr>
          <a:xfrm>
            <a:off x="4394873" y="4491400"/>
            <a:ext cx="3902568" cy="323850"/>
          </a:xfrm>
          <a:prstGeom prst="rect">
            <a:avLst/>
          </a:prstGeom>
        </p:spPr>
        <p:txBody>
          <a:bodyPr lIns="0" tIns="0" rIns="0" bIns="0">
            <a:noAutofit/>
          </a:bodyPr>
          <a:lstStyle>
            <a:lvl1pPr marL="0" indent="0">
              <a:spcBef>
                <a:spcPts val="0"/>
              </a:spcBef>
              <a:spcAft>
                <a:spcPts val="0"/>
              </a:spcAft>
              <a:buNone/>
              <a:defRPr sz="1400" b="0" i="0">
                <a:solidFill>
                  <a:schemeClr val="accent5"/>
                </a:solidFill>
                <a:latin typeface="Artifakt Element" panose="020B0503050000020004" pitchFamily="34" charset="77"/>
              </a:defRPr>
            </a:lvl1pPr>
            <a:lvl2pPr>
              <a:defRPr sz="1200"/>
            </a:lvl2pPr>
            <a:lvl3pPr>
              <a:defRPr sz="1200"/>
            </a:lvl3pPr>
            <a:lvl4pPr>
              <a:defRPr sz="1200"/>
            </a:lvl4pPr>
            <a:lvl5pPr>
              <a:defRPr sz="1200"/>
            </a:lvl5pPr>
          </a:lstStyle>
          <a:p>
            <a:r>
              <a:rPr lang="en-US"/>
              <a:t>Add name here, title here​, company here</a:t>
            </a:r>
          </a:p>
        </p:txBody>
      </p:sp>
      <p:sp>
        <p:nvSpPr>
          <p:cNvPr id="6" name="Title 5">
            <a:extLst>
              <a:ext uri="{FF2B5EF4-FFF2-40B4-BE49-F238E27FC236}">
                <a16:creationId xmlns:a16="http://schemas.microsoft.com/office/drawing/2014/main" id="{4978A852-6B18-3CEF-9040-CAAD3A0BD6B5}"/>
              </a:ext>
            </a:extLst>
          </p:cNvPr>
          <p:cNvSpPr>
            <a:spLocks noGrp="1"/>
          </p:cNvSpPr>
          <p:nvPr>
            <p:ph type="title" hasCustomPrompt="1"/>
          </p:nvPr>
        </p:nvSpPr>
        <p:spPr>
          <a:xfrm>
            <a:off x="4394873" y="2431137"/>
            <a:ext cx="6526899" cy="1835150"/>
          </a:xfrm>
        </p:spPr>
        <p:txBody>
          <a:bodyPr/>
          <a:lstStyle>
            <a:lvl1pPr>
              <a:defRPr/>
            </a:lvl1pPr>
          </a:lstStyle>
          <a:p>
            <a:r>
              <a:rPr lang="en-US"/>
              <a:t>Click to add quote</a:t>
            </a:r>
          </a:p>
        </p:txBody>
      </p:sp>
      <p:sp>
        <p:nvSpPr>
          <p:cNvPr id="4" name="Text Placeholder 18">
            <a:extLst>
              <a:ext uri="{FF2B5EF4-FFF2-40B4-BE49-F238E27FC236}">
                <a16:creationId xmlns:a16="http://schemas.microsoft.com/office/drawing/2014/main" id="{72981A4D-8C5D-70BD-610F-A7A969A037AE}"/>
              </a:ext>
            </a:extLst>
          </p:cNvPr>
          <p:cNvSpPr>
            <a:spLocks noGrp="1"/>
          </p:cNvSpPr>
          <p:nvPr>
            <p:ph type="body" sz="quarter" idx="28" hasCustomPrompt="1"/>
          </p:nvPr>
        </p:nvSpPr>
        <p:spPr>
          <a:xfrm>
            <a:off x="419100" y="6421359"/>
            <a:ext cx="5271725" cy="254983"/>
          </a:xfrm>
          <a:prstGeom prst="rect">
            <a:avLst/>
          </a:prstGeom>
        </p:spPr>
        <p:txBody>
          <a:bodyPr lIns="0" tIns="0" rIns="0" bIns="0" anchor="b">
            <a:noAutofit/>
          </a:bodyPr>
          <a:lstStyle>
            <a:lvl1pPr marL="0" indent="0">
              <a:buFont typeface="Arial" panose="020B0604020202020204" pitchFamily="34" charset="0"/>
              <a:buNone/>
              <a:defRPr sz="800" b="0" i="0">
                <a:solidFill>
                  <a:schemeClr val="tx2"/>
                </a:solidFill>
                <a:latin typeface="Artifakt Element" panose="020B0503050000020004" pitchFamily="34" charset="77"/>
              </a:defRPr>
            </a:lvl1pPr>
            <a:lvl2pPr>
              <a:defRPr sz="700">
                <a:solidFill>
                  <a:schemeClr val="bg1">
                    <a:lumMod val="75000"/>
                  </a:schemeClr>
                </a:solidFill>
              </a:defRPr>
            </a:lvl2pPr>
            <a:lvl3pPr>
              <a:defRPr sz="700">
                <a:solidFill>
                  <a:schemeClr val="bg1">
                    <a:lumMod val="75000"/>
                  </a:schemeClr>
                </a:solidFill>
              </a:defRPr>
            </a:lvl3pPr>
            <a:lvl4pPr>
              <a:defRPr sz="700">
                <a:solidFill>
                  <a:schemeClr val="bg1">
                    <a:lumMod val="75000"/>
                  </a:schemeClr>
                </a:solidFill>
              </a:defRPr>
            </a:lvl4pPr>
            <a:lvl5pPr>
              <a:defRPr sz="700">
                <a:solidFill>
                  <a:schemeClr val="bg1">
                    <a:lumMod val="75000"/>
                  </a:schemeClr>
                </a:solidFill>
              </a:defRPr>
            </a:lvl5pPr>
          </a:lstStyle>
          <a:p>
            <a:pPr lvl="0"/>
            <a:r>
              <a:rPr lang="en-US"/>
              <a:t>Click to add footer</a:t>
            </a:r>
          </a:p>
        </p:txBody>
      </p:sp>
      <p:sp>
        <p:nvSpPr>
          <p:cNvPr id="5" name="Slide Number Placeholder 14">
            <a:extLst>
              <a:ext uri="{FF2B5EF4-FFF2-40B4-BE49-F238E27FC236}">
                <a16:creationId xmlns:a16="http://schemas.microsoft.com/office/drawing/2014/main" id="{FA0B7B9E-A2F2-69B0-79BF-2AC21EBD15D4}"/>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
        <p:nvSpPr>
          <p:cNvPr id="2" name="Text Placeholder 35">
            <a:extLst>
              <a:ext uri="{FF2B5EF4-FFF2-40B4-BE49-F238E27FC236}">
                <a16:creationId xmlns:a16="http://schemas.microsoft.com/office/drawing/2014/main" id="{D64DA957-59CF-DBD9-E3AD-E94BB172331D}"/>
              </a:ext>
            </a:extLst>
          </p:cNvPr>
          <p:cNvSpPr>
            <a:spLocks noGrp="1"/>
          </p:cNvSpPr>
          <p:nvPr>
            <p:ph type="body" sz="quarter" idx="59" hasCustomPrompt="1"/>
          </p:nvPr>
        </p:nvSpPr>
        <p:spPr>
          <a:xfrm>
            <a:off x="629444" y="4929550"/>
            <a:ext cx="2219325" cy="85408"/>
          </a:xfrm>
          <a:prstGeom prst="rect">
            <a:avLst/>
          </a:prstGeom>
        </p:spPr>
        <p:txBody>
          <a:bodyPr lIns="0" tIns="0" rIns="0" bIns="0">
            <a:noAutofit/>
          </a:bodyPr>
          <a:lstStyle>
            <a:lvl1pPr marL="0" indent="0">
              <a:lnSpc>
                <a:spcPct val="90000"/>
              </a:lnSpc>
              <a:spcBef>
                <a:spcPts val="0"/>
              </a:spcBef>
              <a:spcAft>
                <a:spcPts val="0"/>
              </a:spcAft>
              <a:buNone/>
              <a:defRPr sz="600" b="0" i="0">
                <a:solidFill>
                  <a:schemeClr val="bg1"/>
                </a:solidFill>
                <a:latin typeface="Artifakt Element" panose="020B0503050000020004" pitchFamily="34" charset="77"/>
              </a:defRPr>
            </a:lvl1pPr>
          </a:lstStyle>
          <a:p>
            <a:r>
              <a:rPr lang="en-US"/>
              <a:t>Image courtesy of [Name]</a:t>
            </a:r>
          </a:p>
        </p:txBody>
      </p:sp>
    </p:spTree>
    <p:extLst>
      <p:ext uri="{BB962C8B-B14F-4D97-AF65-F5344CB8AC3E}">
        <p14:creationId xmlns:p14="http://schemas.microsoft.com/office/powerpoint/2010/main" val="1544873856"/>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8296B83-F8F7-5AC4-2318-918DE78658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03657" y="2813422"/>
            <a:ext cx="4984686" cy="1231157"/>
          </a:xfrm>
          <a:prstGeom prst="rect">
            <a:avLst/>
          </a:prstGeom>
        </p:spPr>
      </p:pic>
      <p:sp>
        <p:nvSpPr>
          <p:cNvPr id="3" name="TextBox 2">
            <a:extLst>
              <a:ext uri="{FF2B5EF4-FFF2-40B4-BE49-F238E27FC236}">
                <a16:creationId xmlns:a16="http://schemas.microsoft.com/office/drawing/2014/main" id="{D18D5FCD-1CA0-9E49-3A5A-57CC56A78A53}"/>
              </a:ext>
            </a:extLst>
          </p:cNvPr>
          <p:cNvSpPr txBox="1"/>
          <p:nvPr userDrawn="1"/>
        </p:nvSpPr>
        <p:spPr>
          <a:xfrm>
            <a:off x="419100" y="6023676"/>
            <a:ext cx="11353800" cy="373949"/>
          </a:xfrm>
          <a:prstGeom prst="rect">
            <a:avLst/>
          </a:prstGeom>
          <a:noFill/>
        </p:spPr>
        <p:txBody>
          <a:bodyPr wrap="square" lIns="0" tIns="0" rIns="0" bIns="0" rtlCol="0">
            <a:spAutoFit/>
          </a:bodyPr>
          <a:lstStyle/>
          <a:p>
            <a:pPr marL="0" indent="0" algn="l" defTabSz="914354" rtl="0" eaLnBrk="1" latinLnBrk="0" hangingPunct="1">
              <a:lnSpc>
                <a:spcPct val="90000"/>
              </a:lnSpc>
              <a:spcBef>
                <a:spcPts val="300"/>
              </a:spcBef>
              <a:spcAft>
                <a:spcPts val="600"/>
              </a:spcAft>
              <a:buClr>
                <a:schemeClr val="tx1"/>
              </a:buClr>
              <a:buSzPct val="100000"/>
              <a:buFont typeface="Wingdings 2" panose="05020102010507070707" pitchFamily="18" charset="2"/>
              <a:buNone/>
            </a:pPr>
            <a:r>
              <a:rPr lang="en-US" sz="900" b="0" i="0" kern="1200">
                <a:solidFill>
                  <a:schemeClr val="accent6"/>
                </a:solidFill>
                <a:latin typeface="Artifakt Element Ofc" panose="020B0504010101010104" pitchFamily="34" charset="0"/>
                <a:ea typeface="Artifakt Element" panose="020B0503050000020004" pitchFamily="34" charset="77"/>
                <a:cs typeface="+mn-cs"/>
              </a:rPr>
              <a:t>Autodesk and the Autodesk logo are registered trademarks or trademarks of Autodesk, Inc., and/or its subsidiaries and/or affiliates in the USA and/or other countries. All other brand names, product names,</a:t>
            </a:r>
            <a:br>
              <a:rPr lang="en-US" sz="900" b="0" i="0" kern="1200">
                <a:solidFill>
                  <a:schemeClr val="accent6"/>
                </a:solidFill>
                <a:latin typeface="Artifakt Element Ofc" panose="020B0504010101010104" pitchFamily="34" charset="0"/>
                <a:ea typeface="Artifakt Element" panose="020B0503050000020004" pitchFamily="34" charset="77"/>
                <a:cs typeface="+mn-cs"/>
              </a:rPr>
            </a:br>
            <a:r>
              <a:rPr lang="en-US" sz="900" b="0" i="0" kern="1200">
                <a:solidFill>
                  <a:schemeClr val="accent6"/>
                </a:solidFill>
                <a:latin typeface="Artifakt Element Ofc" panose="020B0504010101010104" pitchFamily="34" charset="0"/>
                <a:ea typeface="Artifakt Element" panose="020B0503050000020004" pitchFamily="34" charset="77"/>
                <a:cs typeface="+mn-cs"/>
              </a:rPr>
              <a:t>or trademarks belong to their respective holders. Autodesk reserves the right to alter product and services offerings, and specifications and pricing at any time without notice, and is not responsible for typographical or graphical errors that may appear in this document. © </a:t>
            </a:r>
            <a:fld id="{2EAE8775-7431-420F-9B9C-6479062149AF}" type="datetimeyyyy">
              <a:rPr lang="en-US" sz="900" b="0" i="0" kern="1200" smtClean="0">
                <a:solidFill>
                  <a:schemeClr val="accent6"/>
                </a:solidFill>
                <a:latin typeface="Artifakt Element Ofc" panose="020B0504010101010104" pitchFamily="34" charset="0"/>
                <a:ea typeface="Artifakt Element" panose="020B0503050000020004" pitchFamily="34" charset="77"/>
                <a:cs typeface="+mn-cs"/>
              </a:rPr>
              <a:t>2026</a:t>
            </a:fld>
            <a:r>
              <a:rPr lang="en-US" sz="900" b="0" i="0" kern="1200">
                <a:solidFill>
                  <a:schemeClr val="accent6"/>
                </a:solidFill>
                <a:latin typeface="Artifakt Element Ofc" panose="020B0504010101010104" pitchFamily="34" charset="0"/>
                <a:ea typeface="Artifakt Element" panose="020B0503050000020004" pitchFamily="34" charset="77"/>
                <a:cs typeface="+mn-cs"/>
              </a:rPr>
              <a:t> Autodesk. All rights reserved.</a:t>
            </a:r>
          </a:p>
        </p:txBody>
      </p:sp>
    </p:spTree>
    <p:extLst>
      <p:ext uri="{BB962C8B-B14F-4D97-AF65-F5344CB8AC3E}">
        <p14:creationId xmlns:p14="http://schemas.microsoft.com/office/powerpoint/2010/main" val="272531495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theme" Target="../theme/theme3.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12" name="Title Placeholder 11">
            <a:extLst>
              <a:ext uri="{FF2B5EF4-FFF2-40B4-BE49-F238E27FC236}">
                <a16:creationId xmlns:a16="http://schemas.microsoft.com/office/drawing/2014/main" id="{B3F80C70-01CE-2754-3BA6-38A7663B7C74}"/>
              </a:ext>
            </a:extLst>
          </p:cNvPr>
          <p:cNvSpPr>
            <a:spLocks noGrp="1"/>
          </p:cNvSpPr>
          <p:nvPr>
            <p:ph type="title"/>
          </p:nvPr>
        </p:nvSpPr>
        <p:spPr>
          <a:xfrm>
            <a:off x="419100" y="423668"/>
            <a:ext cx="11353800" cy="963247"/>
          </a:xfrm>
          <a:prstGeom prst="rect">
            <a:avLst/>
          </a:prstGeom>
        </p:spPr>
        <p:txBody>
          <a:bodyPr vert="horz" wrap="square" lIns="0" tIns="0" rIns="0" bIns="0" rtlCol="0" anchor="t" anchorCtr="0">
            <a:noAutofit/>
          </a:bodyPr>
          <a:lstStyle/>
          <a:p>
            <a:r>
              <a:rPr lang="en-US"/>
              <a:t>Click to edit Master title style</a:t>
            </a:r>
          </a:p>
        </p:txBody>
      </p:sp>
      <p:sp>
        <p:nvSpPr>
          <p:cNvPr id="4" name="Text Placeholder 3">
            <a:extLst>
              <a:ext uri="{FF2B5EF4-FFF2-40B4-BE49-F238E27FC236}">
                <a16:creationId xmlns:a16="http://schemas.microsoft.com/office/drawing/2014/main" id="{CC60D267-E20D-33CC-011F-1C77F32EEB65}"/>
              </a:ext>
            </a:extLst>
          </p:cNvPr>
          <p:cNvSpPr>
            <a:spLocks noGrp="1"/>
          </p:cNvSpPr>
          <p:nvPr>
            <p:ph type="body" idx="1"/>
          </p:nvPr>
        </p:nvSpPr>
        <p:spPr>
          <a:xfrm>
            <a:off x="419100" y="1638300"/>
            <a:ext cx="11353800" cy="4762500"/>
          </a:xfrm>
          <a:prstGeom prst="rect">
            <a:avLst/>
          </a:prstGeom>
        </p:spPr>
        <p:txBody>
          <a:bodyPr vert="horz" lIns="0" tIns="0" rIns="0" bIns="0" rtlCol="0">
            <a:noAutofit/>
          </a:body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4">
            <a:extLst>
              <a:ext uri="{FF2B5EF4-FFF2-40B4-BE49-F238E27FC236}">
                <a16:creationId xmlns:a16="http://schemas.microsoft.com/office/drawing/2014/main" id="{56CA3A5F-2707-57D3-01F9-AB2C06B04034}"/>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
        <p:nvSpPr>
          <p:cNvPr id="3" name="Footer Placeholder 9">
            <a:extLst>
              <a:ext uri="{FF2B5EF4-FFF2-40B4-BE49-F238E27FC236}">
                <a16:creationId xmlns:a16="http://schemas.microsoft.com/office/drawing/2014/main" id="{7286AF9E-17A8-2CE3-DF1F-D6C19184709B}"/>
              </a:ext>
            </a:extLst>
          </p:cNvPr>
          <p:cNvSpPr>
            <a:spLocks noGrp="1"/>
          </p:cNvSpPr>
          <p:nvPr>
            <p:ph type="ftr" sz="quarter" idx="3"/>
          </p:nvPr>
        </p:nvSpPr>
        <p:spPr>
          <a:xfrm>
            <a:off x="419100" y="6421359"/>
            <a:ext cx="5247912" cy="254983"/>
          </a:xfrm>
          <a:prstGeom prst="rect">
            <a:avLst/>
          </a:prstGeom>
        </p:spPr>
        <p:txBody>
          <a:bodyPr vert="horz" lIns="0" tIns="0" rIns="0" bIns="0" rtlCol="0" anchor="b" anchorCtr="0"/>
          <a:lstStyle>
            <a:lvl1pPr marL="0" indent="0" algn="l" defTabSz="914354" rtl="0" eaLnBrk="1" latinLnBrk="0" hangingPunct="1">
              <a:lnSpc>
                <a:spcPct val="100000"/>
              </a:lnSpc>
              <a:spcBef>
                <a:spcPts val="600"/>
              </a:spcBef>
              <a:spcAft>
                <a:spcPts val="600"/>
              </a:spcAft>
              <a:buClr>
                <a:schemeClr val="tx1"/>
              </a:buClr>
              <a:buSzPct val="100000"/>
              <a:buFont typeface="Arial" panose="020B0604020202020204" pitchFamily="34" charset="0"/>
              <a:buNone/>
              <a:defRPr lang="en-US" sz="800" b="0" i="0" kern="1200" smtClean="0">
                <a:solidFill>
                  <a:schemeClr val="tx2"/>
                </a:solidFill>
                <a:latin typeface="Artifakt Element" panose="020B0503050000020004" pitchFamily="34" charset="77"/>
                <a:ea typeface="Artifakt Element Ofc" panose="020B0504010101010104" pitchFamily="34" charset="0"/>
                <a:cs typeface="+mn-cs"/>
              </a:defRPr>
            </a:lvl1pPr>
          </a:lstStyle>
          <a:p>
            <a:r>
              <a:rPr lang="en-US"/>
              <a:t>Click to add footer</a:t>
            </a:r>
          </a:p>
        </p:txBody>
      </p:sp>
    </p:spTree>
    <p:extLst>
      <p:ext uri="{BB962C8B-B14F-4D97-AF65-F5344CB8AC3E}">
        <p14:creationId xmlns:p14="http://schemas.microsoft.com/office/powerpoint/2010/main" val="2167120908"/>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6" r:id="rId7"/>
    <p:sldLayoutId id="2147483885" r:id="rId8"/>
    <p:sldLayoutId id="2147483887" r:id="rId9"/>
    <p:sldLayoutId id="2147483888" r:id="rId10"/>
    <p:sldLayoutId id="2147483891" r:id="rId11"/>
  </p:sldLayoutIdLst>
  <p:hf hdr="0" dt="0"/>
  <p:txStyles>
    <p:titleStyle>
      <a:lvl1pPr marL="0" indent="0" algn="l" defTabSz="914354" rtl="0" eaLnBrk="1" latinLnBrk="0" hangingPunct="1">
        <a:lnSpc>
          <a:spcPct val="90000"/>
        </a:lnSpc>
        <a:spcBef>
          <a:spcPct val="0"/>
        </a:spcBef>
        <a:buNone/>
        <a:tabLst/>
        <a:defRPr sz="3600" b="1" i="0" kern="1200" spc="0" baseline="0">
          <a:solidFill>
            <a:schemeClr val="tx1"/>
          </a:solidFill>
          <a:latin typeface="+mj-lt"/>
          <a:ea typeface="Artifakt Legend" panose="020B0503050000020004" pitchFamily="34" charset="77"/>
          <a:cs typeface="+mj-cs"/>
        </a:defRPr>
      </a:lvl1pPr>
    </p:titleStyle>
    <p:bodyStyle>
      <a:lvl1pPr marL="228600" indent="-228600" algn="l" defTabSz="914354" rtl="0" eaLnBrk="1" latinLnBrk="0" hangingPunct="1">
        <a:lnSpc>
          <a:spcPct val="100000"/>
        </a:lnSpc>
        <a:spcBef>
          <a:spcPts val="600"/>
        </a:spcBef>
        <a:spcAft>
          <a:spcPts val="600"/>
        </a:spcAft>
        <a:buClr>
          <a:schemeClr val="tx1"/>
        </a:buClr>
        <a:buSzPct val="100000"/>
        <a:buFont typeface="Wingdings 2" panose="05020102010507070707" pitchFamily="18" charset="2"/>
        <a:buChar char=""/>
        <a:defRPr sz="2000" b="0" i="0" kern="1200">
          <a:solidFill>
            <a:schemeClr val="tx1"/>
          </a:solidFill>
          <a:latin typeface="Artifakt Element" panose="020B0503050000020004" pitchFamily="34" charset="77"/>
          <a:ea typeface="Artifakt Element Ofc" panose="020B0504010101010104" pitchFamily="34" charset="0"/>
          <a:cs typeface="+mn-cs"/>
        </a:defRPr>
      </a:lvl1pPr>
      <a:lvl2pPr marL="457200" indent="-228600" algn="l" defTabSz="914354" rtl="0" eaLnBrk="1" latinLnBrk="0" hangingPunct="1">
        <a:lnSpc>
          <a:spcPct val="100000"/>
        </a:lnSpc>
        <a:spcBef>
          <a:spcPts val="600"/>
        </a:spcBef>
        <a:spcAft>
          <a:spcPts val="600"/>
        </a:spcAft>
        <a:buClr>
          <a:schemeClr val="tx1"/>
        </a:buClr>
        <a:buFont typeface="Courier New" panose="02070309020205020404" pitchFamily="49" charset="0"/>
        <a:buChar char="o"/>
        <a:tabLst/>
        <a:defRPr sz="1800" b="0" i="0" kern="1200">
          <a:solidFill>
            <a:schemeClr val="tx1"/>
          </a:solidFill>
          <a:latin typeface="Artifakt Element" panose="020B0503050000020004" pitchFamily="34" charset="77"/>
          <a:ea typeface="Artifakt Element Ofc" panose="020B0504010101010104" pitchFamily="34" charset="0"/>
          <a:cs typeface="+mn-cs"/>
        </a:defRPr>
      </a:lvl2pPr>
      <a:lvl3pPr marL="685800" indent="-228600" algn="l" defTabSz="914354" rtl="0" eaLnBrk="1" latinLnBrk="0" hangingPunct="1">
        <a:lnSpc>
          <a:spcPct val="100000"/>
        </a:lnSpc>
        <a:spcBef>
          <a:spcPts val="600"/>
        </a:spcBef>
        <a:spcAft>
          <a:spcPts val="600"/>
        </a:spcAft>
        <a:buClr>
          <a:schemeClr val="tx1"/>
        </a:buClr>
        <a:buFont typeface="Wingdings 2" panose="05020102010507070707" pitchFamily="18" charset="2"/>
        <a:buChar char=""/>
        <a:tabLst/>
        <a:defRPr sz="1600" b="0" i="0" kern="1200">
          <a:solidFill>
            <a:schemeClr val="tx1"/>
          </a:solidFill>
          <a:latin typeface="Artifakt Element" panose="020B0503050000020004" pitchFamily="34" charset="77"/>
          <a:ea typeface="Artifakt Element Ofc" panose="020B0504010101010104" pitchFamily="34" charset="0"/>
          <a:cs typeface="+mn-cs"/>
        </a:defRPr>
      </a:lvl3pPr>
      <a:lvl4pPr marL="914400" indent="-228600" algn="l" defTabSz="914354" rtl="0" eaLnBrk="1" latinLnBrk="0" hangingPunct="1">
        <a:lnSpc>
          <a:spcPct val="100000"/>
        </a:lnSpc>
        <a:spcBef>
          <a:spcPts val="500"/>
        </a:spcBef>
        <a:spcAft>
          <a:spcPts val="600"/>
        </a:spcAft>
        <a:buClr>
          <a:schemeClr val="tx1"/>
        </a:buClr>
        <a:buFont typeface="Wingdings 2" panose="05020102010507070707" pitchFamily="18" charset="2"/>
        <a:buChar char=""/>
        <a:tabLst/>
        <a:defRPr sz="1400" b="0" i="0" kern="1200">
          <a:solidFill>
            <a:schemeClr val="tx1"/>
          </a:solidFill>
          <a:latin typeface="Artifakt Element" panose="020B0503050000020004" pitchFamily="34" charset="77"/>
          <a:ea typeface="Artifakt Element Ofc" panose="020B0504010101010104" pitchFamily="34" charset="0"/>
          <a:cs typeface="+mn-cs"/>
        </a:defRPr>
      </a:lvl4pPr>
      <a:lvl5pPr marL="1143000" indent="-228600" algn="l" defTabSz="914354" rtl="0" eaLnBrk="1" latinLnBrk="0" hangingPunct="1">
        <a:lnSpc>
          <a:spcPct val="100000"/>
        </a:lnSpc>
        <a:spcBef>
          <a:spcPts val="500"/>
        </a:spcBef>
        <a:spcAft>
          <a:spcPts val="600"/>
        </a:spcAft>
        <a:buClr>
          <a:schemeClr val="tx1"/>
        </a:buClr>
        <a:buFont typeface="Wingdings 2" panose="05020102010507070707" pitchFamily="18" charset="2"/>
        <a:buChar char=""/>
        <a:tabLst/>
        <a:defRPr sz="1400" b="0" i="0" kern="1200">
          <a:solidFill>
            <a:schemeClr val="tx1"/>
          </a:solidFill>
          <a:latin typeface="Artifakt Element" panose="020B0503050000020004" pitchFamily="34" charset="77"/>
          <a:ea typeface="Artifakt Element Ofc" panose="020B0504010101010104" pitchFamily="34" charset="0"/>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64" userDrawn="1">
          <p15:clr>
            <a:srgbClr val="A4A3A4"/>
          </p15:clr>
        </p15:guide>
        <p15:guide id="2" pos="7416" userDrawn="1">
          <p15:clr>
            <a:srgbClr val="A4A3A4"/>
          </p15:clr>
        </p15:guide>
        <p15:guide id="3" orient="horz" pos="264" userDrawn="1">
          <p15:clr>
            <a:srgbClr val="A4A3A4"/>
          </p15:clr>
        </p15:guide>
        <p15:guide id="4" orient="horz" pos="4032" userDrawn="1">
          <p15:clr>
            <a:srgbClr val="A4A3A4"/>
          </p15:clr>
        </p15:guide>
        <p15:guide id="5" orient="horz" pos="1032" userDrawn="1">
          <p15:clr>
            <a:srgbClr val="A4A3A4"/>
          </p15:clr>
        </p15:guide>
        <p15:guide id="6" orient="horz" pos="3240" userDrawn="1">
          <p15:clr>
            <a:srgbClr val="A4A3A4"/>
          </p15:clr>
        </p15:guide>
        <p15:guide id="7" orient="horz" pos="2160" userDrawn="1">
          <p15:clr>
            <a:srgbClr val="A4A3A4"/>
          </p15:clr>
        </p15:guide>
        <p15:guide id="8" pos="3840" userDrawn="1">
          <p15:clr>
            <a:srgbClr val="A4A3A4"/>
          </p15:clr>
        </p15:guide>
        <p15:guide id="9" pos="5760" userDrawn="1">
          <p15:clr>
            <a:srgbClr val="A4A3A4"/>
          </p15:clr>
        </p15:guide>
        <p15:guide id="10" pos="1920" userDrawn="1">
          <p15:clr>
            <a:srgbClr val="A4A3A4"/>
          </p15:clr>
        </p15:guide>
        <p15:guide id="11" orient="horz" pos="3768" userDrawn="1">
          <p15:clr>
            <a:srgbClr val="A4A3A4"/>
          </p15:clr>
        </p15:guide>
        <p15:guide id="12" orient="horz" pos="3716"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12" name="Title Placeholder 11">
            <a:extLst>
              <a:ext uri="{FF2B5EF4-FFF2-40B4-BE49-F238E27FC236}">
                <a16:creationId xmlns:a16="http://schemas.microsoft.com/office/drawing/2014/main" id="{B3F80C70-01CE-2754-3BA6-38A7663B7C74}"/>
              </a:ext>
            </a:extLst>
          </p:cNvPr>
          <p:cNvSpPr>
            <a:spLocks noGrp="1"/>
          </p:cNvSpPr>
          <p:nvPr>
            <p:ph type="title"/>
          </p:nvPr>
        </p:nvSpPr>
        <p:spPr>
          <a:xfrm>
            <a:off x="419100" y="423668"/>
            <a:ext cx="11353800" cy="963247"/>
          </a:xfrm>
          <a:prstGeom prst="rect">
            <a:avLst/>
          </a:prstGeom>
        </p:spPr>
        <p:txBody>
          <a:bodyPr vert="horz" wrap="square" lIns="0" tIns="0" rIns="0" bIns="0" rtlCol="0" anchor="t" anchorCtr="0">
            <a:noAutofit/>
          </a:bodyPr>
          <a:lstStyle/>
          <a:p>
            <a:pPr lvl="0"/>
            <a:r>
              <a:rPr lang="en-US"/>
              <a:t>Click to add title</a:t>
            </a:r>
          </a:p>
        </p:txBody>
      </p:sp>
      <p:sp>
        <p:nvSpPr>
          <p:cNvPr id="7" name="Slide Number Placeholder 14">
            <a:extLst>
              <a:ext uri="{FF2B5EF4-FFF2-40B4-BE49-F238E27FC236}">
                <a16:creationId xmlns:a16="http://schemas.microsoft.com/office/drawing/2014/main" id="{4D3A3047-B5E6-9223-4FBE-CE208F4461D7}"/>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tx2"/>
                </a:solidFill>
                <a:latin typeface="Artifakt Element" panose="020B0503050000020004" pitchFamily="34" charset="77"/>
              </a:defRPr>
            </a:lvl1pPr>
          </a:lstStyle>
          <a:p>
            <a:fld id="{D425CD52-4183-C145-916A-AE90310D9D4E}" type="slidenum">
              <a:rPr lang="en-US" smtClean="0"/>
              <a:pPr/>
              <a:t>‹#›</a:t>
            </a:fld>
            <a:endParaRPr lang="en-US"/>
          </a:p>
        </p:txBody>
      </p:sp>
      <p:sp>
        <p:nvSpPr>
          <p:cNvPr id="10" name="Footer Placeholder 9">
            <a:extLst>
              <a:ext uri="{FF2B5EF4-FFF2-40B4-BE49-F238E27FC236}">
                <a16:creationId xmlns:a16="http://schemas.microsoft.com/office/drawing/2014/main" id="{E166B6A4-5794-5F8A-AF09-171E76B01191}"/>
              </a:ext>
            </a:extLst>
          </p:cNvPr>
          <p:cNvSpPr>
            <a:spLocks noGrp="1"/>
          </p:cNvSpPr>
          <p:nvPr>
            <p:ph type="ftr" sz="quarter" idx="3"/>
          </p:nvPr>
        </p:nvSpPr>
        <p:spPr>
          <a:xfrm>
            <a:off x="419100" y="6421359"/>
            <a:ext cx="5247912" cy="254983"/>
          </a:xfrm>
          <a:prstGeom prst="rect">
            <a:avLst/>
          </a:prstGeom>
        </p:spPr>
        <p:txBody>
          <a:bodyPr vert="horz" lIns="0" tIns="0" rIns="0" bIns="0" rtlCol="0" anchor="b" anchorCtr="0"/>
          <a:lstStyle>
            <a:lvl1pPr marL="0" indent="0" algn="l" defTabSz="914354" rtl="0" eaLnBrk="1" latinLnBrk="0" hangingPunct="1">
              <a:lnSpc>
                <a:spcPct val="100000"/>
              </a:lnSpc>
              <a:spcBef>
                <a:spcPts val="600"/>
              </a:spcBef>
              <a:spcAft>
                <a:spcPts val="600"/>
              </a:spcAft>
              <a:buClr>
                <a:schemeClr val="tx1"/>
              </a:buClr>
              <a:buSzPct val="100000"/>
              <a:buFont typeface="Arial" panose="020B0604020202020204" pitchFamily="34" charset="0"/>
              <a:buNone/>
              <a:defRPr lang="en-US" sz="800" b="0" i="0" kern="1200" smtClean="0">
                <a:solidFill>
                  <a:schemeClr val="tx2"/>
                </a:solidFill>
                <a:latin typeface="Artifakt Element" panose="020B0503050000020004" pitchFamily="34" charset="77"/>
                <a:ea typeface="Artifakt Element Ofc" panose="020B0504010101010104" pitchFamily="34" charset="0"/>
                <a:cs typeface="+mn-cs"/>
              </a:defRPr>
            </a:lvl1pPr>
          </a:lstStyle>
          <a:p>
            <a:r>
              <a:rPr lang="en-US"/>
              <a:t>Click to add footer</a:t>
            </a:r>
          </a:p>
        </p:txBody>
      </p:sp>
      <p:sp>
        <p:nvSpPr>
          <p:cNvPr id="4" name="Text Placeholder 3">
            <a:extLst>
              <a:ext uri="{FF2B5EF4-FFF2-40B4-BE49-F238E27FC236}">
                <a16:creationId xmlns:a16="http://schemas.microsoft.com/office/drawing/2014/main" id="{CC60D267-E20D-33CC-011F-1C77F32EEB65}"/>
              </a:ext>
            </a:extLst>
          </p:cNvPr>
          <p:cNvSpPr>
            <a:spLocks noGrp="1"/>
          </p:cNvSpPr>
          <p:nvPr>
            <p:ph type="body" idx="1"/>
          </p:nvPr>
        </p:nvSpPr>
        <p:spPr>
          <a:xfrm>
            <a:off x="419100" y="1638300"/>
            <a:ext cx="11353800" cy="4762500"/>
          </a:xfrm>
          <a:prstGeom prst="rect">
            <a:avLst/>
          </a:prstGeom>
        </p:spPr>
        <p:txBody>
          <a:bodyPr vert="horz" lIns="0" tIns="0" rIns="0" bIns="0" rtlCol="0">
            <a:noAutofit/>
          </a:body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5603573"/>
      </p:ext>
    </p:extLst>
  </p:cSld>
  <p:clrMap bg1="lt1" tx1="dk1" bg2="lt2" tx2="dk2" accent1="accent1" accent2="accent2" accent3="accent3" accent4="accent4" accent5="accent5" accent6="accent6" hlink="hlink" folHlink="folHlink"/>
  <p:sldLayoutIdLst>
    <p:sldLayoutId id="2147483804" r:id="rId1"/>
    <p:sldLayoutId id="2147483806" r:id="rId2"/>
    <p:sldLayoutId id="2147483808" r:id="rId3"/>
    <p:sldLayoutId id="2147483810" r:id="rId4"/>
    <p:sldLayoutId id="2147483812" r:id="rId5"/>
    <p:sldLayoutId id="2147483848" r:id="rId6"/>
    <p:sldLayoutId id="2147483850" r:id="rId7"/>
    <p:sldLayoutId id="2147483816" r:id="rId8"/>
    <p:sldLayoutId id="2147483818" r:id="rId9"/>
    <p:sldLayoutId id="2147483814" r:id="rId10"/>
    <p:sldLayoutId id="2147483835" r:id="rId11"/>
    <p:sldLayoutId id="2147483837" r:id="rId12"/>
    <p:sldLayoutId id="2147483834" r:id="rId13"/>
    <p:sldLayoutId id="2147483825" r:id="rId14"/>
    <p:sldLayoutId id="2147483828" r:id="rId15"/>
    <p:sldLayoutId id="2147483827" r:id="rId16"/>
    <p:sldLayoutId id="2147483826" r:id="rId17"/>
    <p:sldLayoutId id="2147483821" r:id="rId18"/>
  </p:sldLayoutIdLst>
  <p:hf hdr="0" dt="0"/>
  <p:txStyles>
    <p:titleStyle>
      <a:lvl1pPr marL="0" indent="0" algn="l" defTabSz="914354" rtl="0" eaLnBrk="1" latinLnBrk="0" hangingPunct="1">
        <a:lnSpc>
          <a:spcPct val="90000"/>
        </a:lnSpc>
        <a:spcBef>
          <a:spcPct val="0"/>
        </a:spcBef>
        <a:buNone/>
        <a:tabLst/>
        <a:defRPr sz="3600" b="1" i="0" kern="1200" spc="0" baseline="0">
          <a:solidFill>
            <a:schemeClr val="tx1"/>
          </a:solidFill>
          <a:latin typeface="+mj-lt"/>
          <a:ea typeface="Artifakt Legend" panose="020B0503050000020004" pitchFamily="34" charset="77"/>
          <a:cs typeface="+mj-cs"/>
        </a:defRPr>
      </a:lvl1pPr>
    </p:titleStyle>
    <p:bodyStyle>
      <a:lvl1pPr marL="228600" indent="-228600" algn="l" defTabSz="914354" rtl="0" eaLnBrk="1" latinLnBrk="0" hangingPunct="1">
        <a:lnSpc>
          <a:spcPct val="100000"/>
        </a:lnSpc>
        <a:spcBef>
          <a:spcPts val="600"/>
        </a:spcBef>
        <a:spcAft>
          <a:spcPts val="600"/>
        </a:spcAft>
        <a:buClr>
          <a:schemeClr val="tx1"/>
        </a:buClr>
        <a:buSzPct val="100000"/>
        <a:buFont typeface="Wingdings 2" panose="05020102010507070707" pitchFamily="18" charset="2"/>
        <a:buChar char=""/>
        <a:defRPr sz="2000" b="0" i="0" kern="1200">
          <a:solidFill>
            <a:schemeClr val="tx1"/>
          </a:solidFill>
          <a:latin typeface="Artifakt Element" panose="020B0503050000020004" pitchFamily="34" charset="77"/>
          <a:ea typeface="Artifakt Element Ofc" panose="020B0504010101010104" pitchFamily="34" charset="0"/>
          <a:cs typeface="+mn-cs"/>
        </a:defRPr>
      </a:lvl1pPr>
      <a:lvl2pPr marL="457200" indent="-228600" algn="l" defTabSz="914354" rtl="0" eaLnBrk="1" latinLnBrk="0" hangingPunct="1">
        <a:lnSpc>
          <a:spcPct val="100000"/>
        </a:lnSpc>
        <a:spcBef>
          <a:spcPts val="600"/>
        </a:spcBef>
        <a:spcAft>
          <a:spcPts val="600"/>
        </a:spcAft>
        <a:buClr>
          <a:schemeClr val="tx1"/>
        </a:buClr>
        <a:buFont typeface="Courier New" panose="02070309020205020404" pitchFamily="49" charset="0"/>
        <a:buChar char="o"/>
        <a:tabLst/>
        <a:defRPr sz="1800" b="0" i="0" kern="1200">
          <a:solidFill>
            <a:schemeClr val="tx1"/>
          </a:solidFill>
          <a:latin typeface="Artifakt Element" panose="020B0503050000020004" pitchFamily="34" charset="77"/>
          <a:ea typeface="Artifakt Element Ofc" panose="020B0504010101010104" pitchFamily="34" charset="0"/>
          <a:cs typeface="+mn-cs"/>
        </a:defRPr>
      </a:lvl2pPr>
      <a:lvl3pPr marL="685800" indent="-228600" algn="l" defTabSz="914354" rtl="0" eaLnBrk="1" latinLnBrk="0" hangingPunct="1">
        <a:lnSpc>
          <a:spcPct val="100000"/>
        </a:lnSpc>
        <a:spcBef>
          <a:spcPts val="600"/>
        </a:spcBef>
        <a:spcAft>
          <a:spcPts val="600"/>
        </a:spcAft>
        <a:buClr>
          <a:schemeClr val="tx1"/>
        </a:buClr>
        <a:buFont typeface="Wingdings 2" panose="05020102010507070707" pitchFamily="18" charset="2"/>
        <a:buChar char=""/>
        <a:tabLst/>
        <a:defRPr sz="1600" b="0" i="0" kern="1200">
          <a:solidFill>
            <a:schemeClr val="tx1"/>
          </a:solidFill>
          <a:latin typeface="Artifakt Element" panose="020B0503050000020004" pitchFamily="34" charset="77"/>
          <a:ea typeface="Artifakt Element Ofc" panose="020B0504010101010104" pitchFamily="34" charset="0"/>
          <a:cs typeface="+mn-cs"/>
        </a:defRPr>
      </a:lvl3pPr>
      <a:lvl4pPr marL="914400" indent="-228600" algn="l" defTabSz="914354" rtl="0" eaLnBrk="1" latinLnBrk="0" hangingPunct="1">
        <a:lnSpc>
          <a:spcPct val="100000"/>
        </a:lnSpc>
        <a:spcBef>
          <a:spcPts val="500"/>
        </a:spcBef>
        <a:spcAft>
          <a:spcPts val="600"/>
        </a:spcAft>
        <a:buClr>
          <a:schemeClr val="tx1"/>
        </a:buClr>
        <a:buFont typeface="Wingdings 2" panose="05020102010507070707" pitchFamily="18" charset="2"/>
        <a:buChar char=""/>
        <a:tabLst/>
        <a:defRPr sz="1400" b="0" i="0" kern="1200">
          <a:solidFill>
            <a:schemeClr val="tx1"/>
          </a:solidFill>
          <a:latin typeface="Artifakt Element" panose="020B0503050000020004" pitchFamily="34" charset="77"/>
          <a:ea typeface="Artifakt Element Ofc" panose="020B0504010101010104" pitchFamily="34" charset="0"/>
          <a:cs typeface="+mn-cs"/>
        </a:defRPr>
      </a:lvl4pPr>
      <a:lvl5pPr marL="1143000" indent="-228600" algn="l" defTabSz="914354" rtl="0" eaLnBrk="1" latinLnBrk="0" hangingPunct="1">
        <a:lnSpc>
          <a:spcPct val="100000"/>
        </a:lnSpc>
        <a:spcBef>
          <a:spcPts val="500"/>
        </a:spcBef>
        <a:spcAft>
          <a:spcPts val="600"/>
        </a:spcAft>
        <a:buClr>
          <a:schemeClr val="tx1"/>
        </a:buClr>
        <a:buFont typeface="Wingdings 2" panose="05020102010507070707" pitchFamily="18" charset="2"/>
        <a:buChar char=""/>
        <a:tabLst/>
        <a:defRPr sz="1400" b="0" i="0" kern="1200">
          <a:solidFill>
            <a:schemeClr val="tx1"/>
          </a:solidFill>
          <a:latin typeface="Artifakt Element" panose="020B0503050000020004" pitchFamily="34" charset="77"/>
          <a:ea typeface="Artifakt Element Ofc" panose="020B0504010101010104" pitchFamily="34" charset="0"/>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64">
          <p15:clr>
            <a:srgbClr val="A4A3A4"/>
          </p15:clr>
        </p15:guide>
        <p15:guide id="2" pos="7416">
          <p15:clr>
            <a:srgbClr val="A4A3A4"/>
          </p15:clr>
        </p15:guide>
        <p15:guide id="3" orient="horz" pos="264">
          <p15:clr>
            <a:srgbClr val="A4A3A4"/>
          </p15:clr>
        </p15:guide>
        <p15:guide id="4" orient="horz" pos="4032">
          <p15:clr>
            <a:srgbClr val="A4A3A4"/>
          </p15:clr>
        </p15:guide>
        <p15:guide id="5" orient="horz" pos="1032">
          <p15:clr>
            <a:srgbClr val="A4A3A4"/>
          </p15:clr>
        </p15:guide>
        <p15:guide id="6" orient="horz" pos="3240">
          <p15:clr>
            <a:srgbClr val="A4A3A4"/>
          </p15:clr>
        </p15:guide>
        <p15:guide id="7" orient="horz" pos="2160">
          <p15:clr>
            <a:srgbClr val="A4A3A4"/>
          </p15:clr>
        </p15:guide>
        <p15:guide id="8" pos="3840">
          <p15:clr>
            <a:srgbClr val="A4A3A4"/>
          </p15:clr>
        </p15:guide>
        <p15:guide id="9" pos="5760">
          <p15:clr>
            <a:srgbClr val="A4A3A4"/>
          </p15:clr>
        </p15:guide>
        <p15:guide id="10" pos="1920">
          <p15:clr>
            <a:srgbClr val="A4A3A4"/>
          </p15:clr>
        </p15:guide>
        <p15:guide id="11" orient="horz" pos="3768">
          <p15:clr>
            <a:srgbClr val="A4A3A4"/>
          </p15:clr>
        </p15:guide>
        <p15:guide id="12" orient="horz" pos="3716">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2" name="Title Placeholder 11">
            <a:extLst>
              <a:ext uri="{FF2B5EF4-FFF2-40B4-BE49-F238E27FC236}">
                <a16:creationId xmlns:a16="http://schemas.microsoft.com/office/drawing/2014/main" id="{B3F80C70-01CE-2754-3BA6-38A7663B7C74}"/>
              </a:ext>
            </a:extLst>
          </p:cNvPr>
          <p:cNvSpPr>
            <a:spLocks noGrp="1"/>
          </p:cNvSpPr>
          <p:nvPr>
            <p:ph type="title"/>
          </p:nvPr>
        </p:nvSpPr>
        <p:spPr>
          <a:xfrm>
            <a:off x="419100" y="423668"/>
            <a:ext cx="11353800" cy="963247"/>
          </a:xfrm>
          <a:prstGeom prst="rect">
            <a:avLst/>
          </a:prstGeom>
        </p:spPr>
        <p:txBody>
          <a:bodyPr vert="horz" wrap="square" lIns="0" tIns="0" rIns="0" bIns="0" rtlCol="0" anchor="t" anchorCtr="0">
            <a:noAutofit/>
          </a:bodyPr>
          <a:lstStyle/>
          <a:p>
            <a:pPr lvl="0"/>
            <a:r>
              <a:rPr lang="en-US"/>
              <a:t>Click to add title</a:t>
            </a:r>
          </a:p>
        </p:txBody>
      </p:sp>
      <p:sp>
        <p:nvSpPr>
          <p:cNvPr id="3" name="Text Placeholder 3">
            <a:extLst>
              <a:ext uri="{FF2B5EF4-FFF2-40B4-BE49-F238E27FC236}">
                <a16:creationId xmlns:a16="http://schemas.microsoft.com/office/drawing/2014/main" id="{3D4DDD17-15EE-5F2C-FE27-6FCBC9668750}"/>
              </a:ext>
            </a:extLst>
          </p:cNvPr>
          <p:cNvSpPr>
            <a:spLocks noGrp="1"/>
          </p:cNvSpPr>
          <p:nvPr>
            <p:ph type="body" idx="1"/>
          </p:nvPr>
        </p:nvSpPr>
        <p:spPr>
          <a:xfrm>
            <a:off x="419100" y="1638300"/>
            <a:ext cx="11353800" cy="4762500"/>
          </a:xfrm>
          <a:prstGeom prst="rect">
            <a:avLst/>
          </a:prstGeom>
        </p:spPr>
        <p:txBody>
          <a:bodyPr vert="horz" lIns="0" tIns="0" rIns="0" bIns="0" rtlCol="0">
            <a:noAutofit/>
          </a:bodyPr>
          <a:lstStyle/>
          <a:p>
            <a:pPr lvl="0"/>
            <a:r>
              <a:rPr lang="en-US"/>
              <a:t>Click to add body copy</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4">
            <a:extLst>
              <a:ext uri="{FF2B5EF4-FFF2-40B4-BE49-F238E27FC236}">
                <a16:creationId xmlns:a16="http://schemas.microsoft.com/office/drawing/2014/main" id="{7FF6AD79-9AD3-5C0C-2312-F8F318D40789}"/>
              </a:ext>
            </a:extLst>
          </p:cNvPr>
          <p:cNvSpPr>
            <a:spLocks noGrp="1"/>
          </p:cNvSpPr>
          <p:nvPr>
            <p:ph type="sldNum" sz="quarter" idx="4"/>
          </p:nvPr>
        </p:nvSpPr>
        <p:spPr>
          <a:xfrm>
            <a:off x="9043733" y="6421359"/>
            <a:ext cx="2740279" cy="254983"/>
          </a:xfrm>
          <a:prstGeom prst="rect">
            <a:avLst/>
          </a:prstGeom>
        </p:spPr>
        <p:txBody>
          <a:bodyPr vert="horz" lIns="0" tIns="0" rIns="0" bIns="0" rtlCol="0" anchor="b"/>
          <a:lstStyle>
            <a:lvl1pPr algn="r">
              <a:defRPr sz="800" b="0" i="0">
                <a:solidFill>
                  <a:schemeClr val="accent6"/>
                </a:solidFill>
                <a:latin typeface="Artifakt Element" panose="020B0503050000020004" pitchFamily="34" charset="77"/>
              </a:defRPr>
            </a:lvl1pPr>
          </a:lstStyle>
          <a:p>
            <a:fld id="{D425CD52-4183-C145-916A-AE90310D9D4E}" type="slidenum">
              <a:rPr lang="en-US" smtClean="0"/>
              <a:pPr/>
              <a:t>‹#›</a:t>
            </a:fld>
            <a:endParaRPr lang="en-US"/>
          </a:p>
        </p:txBody>
      </p:sp>
      <p:sp>
        <p:nvSpPr>
          <p:cNvPr id="4" name="Footer Placeholder 9">
            <a:extLst>
              <a:ext uri="{FF2B5EF4-FFF2-40B4-BE49-F238E27FC236}">
                <a16:creationId xmlns:a16="http://schemas.microsoft.com/office/drawing/2014/main" id="{B7DD70A7-2CDF-EADE-56E7-698F9F97BAD7}"/>
              </a:ext>
            </a:extLst>
          </p:cNvPr>
          <p:cNvSpPr>
            <a:spLocks noGrp="1"/>
          </p:cNvSpPr>
          <p:nvPr>
            <p:ph type="ftr" sz="quarter" idx="3"/>
          </p:nvPr>
        </p:nvSpPr>
        <p:spPr>
          <a:xfrm>
            <a:off x="419100" y="6421359"/>
            <a:ext cx="5247912" cy="254983"/>
          </a:xfrm>
          <a:prstGeom prst="rect">
            <a:avLst/>
          </a:prstGeom>
        </p:spPr>
        <p:txBody>
          <a:bodyPr vert="horz" lIns="0" tIns="0" rIns="0" bIns="0" rtlCol="0" anchor="b" anchorCtr="0"/>
          <a:lstStyle>
            <a:lvl1pPr marL="0" indent="0" algn="l" defTabSz="914354" rtl="0" eaLnBrk="1" latinLnBrk="0" hangingPunct="1">
              <a:lnSpc>
                <a:spcPct val="100000"/>
              </a:lnSpc>
              <a:spcBef>
                <a:spcPts val="600"/>
              </a:spcBef>
              <a:spcAft>
                <a:spcPts val="600"/>
              </a:spcAft>
              <a:buClr>
                <a:schemeClr val="tx1"/>
              </a:buClr>
              <a:buSzPct val="100000"/>
              <a:buFont typeface="Arial" panose="020B0604020202020204" pitchFamily="34" charset="0"/>
              <a:buNone/>
              <a:defRPr lang="en-US" sz="800" b="0" i="0" kern="1200" smtClean="0">
                <a:solidFill>
                  <a:schemeClr val="accent6"/>
                </a:solidFill>
                <a:latin typeface="Artifakt Element" panose="020B0503050000020004" pitchFamily="34" charset="77"/>
                <a:ea typeface="Artifakt Element Ofc" panose="020B0504010101010104" pitchFamily="34" charset="0"/>
                <a:cs typeface="+mn-cs"/>
              </a:defRPr>
            </a:lvl1pPr>
          </a:lstStyle>
          <a:p>
            <a:r>
              <a:rPr lang="en-US"/>
              <a:t>Click to add footer</a:t>
            </a:r>
          </a:p>
        </p:txBody>
      </p:sp>
    </p:spTree>
    <p:extLst>
      <p:ext uri="{BB962C8B-B14F-4D97-AF65-F5344CB8AC3E}">
        <p14:creationId xmlns:p14="http://schemas.microsoft.com/office/powerpoint/2010/main" val="4275893171"/>
      </p:ext>
    </p:extLst>
  </p:cSld>
  <p:clrMap bg1="lt1" tx1="dk1" bg2="lt2" tx2="dk2" accent1="accent1" accent2="accent2" accent3="accent3" accent4="accent4" accent5="accent5" accent6="accent6" hlink="hlink" folHlink="folHlink"/>
  <p:sldLayoutIdLst>
    <p:sldLayoutId id="2147483805" r:id="rId1"/>
    <p:sldLayoutId id="2147483807" r:id="rId2"/>
    <p:sldLayoutId id="2147483809" r:id="rId3"/>
    <p:sldLayoutId id="2147483811" r:id="rId4"/>
    <p:sldLayoutId id="2147483813" r:id="rId5"/>
    <p:sldLayoutId id="2147483849" r:id="rId6"/>
    <p:sldLayoutId id="2147483851" r:id="rId7"/>
    <p:sldLayoutId id="2147483817" r:id="rId8"/>
    <p:sldLayoutId id="2147483819" r:id="rId9"/>
    <p:sldLayoutId id="2147483815" r:id="rId10"/>
    <p:sldLayoutId id="2147483836" r:id="rId11"/>
    <p:sldLayoutId id="2147483890" r:id="rId12"/>
    <p:sldLayoutId id="2147483823" r:id="rId13"/>
    <p:sldLayoutId id="2147483833" r:id="rId14"/>
    <p:sldLayoutId id="2147483830" r:id="rId15"/>
    <p:sldLayoutId id="2147483831" r:id="rId16"/>
    <p:sldLayoutId id="2147483832" r:id="rId17"/>
    <p:sldLayoutId id="2147483820" r:id="rId18"/>
  </p:sldLayoutIdLst>
  <p:hf hdr="0" dt="0"/>
  <p:txStyles>
    <p:titleStyle>
      <a:lvl1pPr marL="0" indent="0" algn="l" defTabSz="914354" rtl="0" eaLnBrk="1" latinLnBrk="0" hangingPunct="1">
        <a:lnSpc>
          <a:spcPct val="90000"/>
        </a:lnSpc>
        <a:spcBef>
          <a:spcPct val="0"/>
        </a:spcBef>
        <a:buNone/>
        <a:tabLst/>
        <a:defRPr sz="3600" b="1" i="0" kern="1200" spc="0" baseline="0">
          <a:solidFill>
            <a:schemeClr val="bg1"/>
          </a:solidFill>
          <a:latin typeface="+mj-lt"/>
          <a:ea typeface="Artifakt Legend" panose="020B0503050000020004" pitchFamily="34" charset="77"/>
          <a:cs typeface="+mj-cs"/>
        </a:defRPr>
      </a:lvl1pPr>
    </p:titleStyle>
    <p:bodyStyle>
      <a:lvl1pPr marL="228600" indent="-228600" algn="l" defTabSz="914354" rtl="0" eaLnBrk="1" latinLnBrk="0" hangingPunct="1">
        <a:lnSpc>
          <a:spcPct val="100000"/>
        </a:lnSpc>
        <a:spcBef>
          <a:spcPts val="600"/>
        </a:spcBef>
        <a:spcAft>
          <a:spcPts val="600"/>
        </a:spcAft>
        <a:buClr>
          <a:schemeClr val="bg1"/>
        </a:buClr>
        <a:buSzPct val="100000"/>
        <a:buFont typeface="Wingdings 2" panose="05020102010507070707" pitchFamily="18" charset="2"/>
        <a:buChar char=""/>
        <a:defRPr sz="2000" b="0" i="0" kern="1200">
          <a:solidFill>
            <a:schemeClr val="bg1"/>
          </a:solidFill>
          <a:latin typeface="Artifakt Element" panose="020B0503050000020004" pitchFamily="34" charset="77"/>
          <a:ea typeface="Artifakt Element Ofc" panose="020B0504010101010104" pitchFamily="34" charset="0"/>
          <a:cs typeface="+mn-cs"/>
        </a:defRPr>
      </a:lvl1pPr>
      <a:lvl2pPr marL="457200" indent="-228600" algn="l" defTabSz="914354" rtl="0" eaLnBrk="1" latinLnBrk="0" hangingPunct="1">
        <a:lnSpc>
          <a:spcPct val="100000"/>
        </a:lnSpc>
        <a:spcBef>
          <a:spcPts val="600"/>
        </a:spcBef>
        <a:spcAft>
          <a:spcPts val="600"/>
        </a:spcAft>
        <a:buClr>
          <a:schemeClr val="bg1"/>
        </a:buClr>
        <a:buFont typeface="Courier New" panose="02070309020205020404" pitchFamily="49" charset="0"/>
        <a:buChar char="o"/>
        <a:tabLst/>
        <a:defRPr sz="1800" b="0" i="0" kern="1200">
          <a:solidFill>
            <a:schemeClr val="bg1"/>
          </a:solidFill>
          <a:latin typeface="Artifakt Element" panose="020B0503050000020004" pitchFamily="34" charset="77"/>
          <a:ea typeface="Artifakt Element Ofc" panose="020B0504010101010104" pitchFamily="34" charset="0"/>
          <a:cs typeface="+mn-cs"/>
        </a:defRPr>
      </a:lvl2pPr>
      <a:lvl3pPr marL="685800" indent="-228600" algn="l" defTabSz="914354" rtl="0" eaLnBrk="1" latinLnBrk="0" hangingPunct="1">
        <a:lnSpc>
          <a:spcPct val="100000"/>
        </a:lnSpc>
        <a:spcBef>
          <a:spcPts val="600"/>
        </a:spcBef>
        <a:spcAft>
          <a:spcPts val="600"/>
        </a:spcAft>
        <a:buClr>
          <a:schemeClr val="bg1"/>
        </a:buClr>
        <a:buFont typeface="Wingdings 2" panose="05020102010507070707" pitchFamily="18" charset="2"/>
        <a:buChar char=""/>
        <a:tabLst/>
        <a:defRPr sz="1600" b="0" i="0" kern="1200">
          <a:solidFill>
            <a:schemeClr val="bg1"/>
          </a:solidFill>
          <a:latin typeface="Artifakt Element" panose="020B0503050000020004" pitchFamily="34" charset="77"/>
          <a:ea typeface="Artifakt Element Ofc" panose="020B0504010101010104" pitchFamily="34" charset="0"/>
          <a:cs typeface="+mn-cs"/>
        </a:defRPr>
      </a:lvl3pPr>
      <a:lvl4pPr marL="914400" indent="-228600" algn="l" defTabSz="914354" rtl="0" eaLnBrk="1" latinLnBrk="0" hangingPunct="1">
        <a:lnSpc>
          <a:spcPct val="100000"/>
        </a:lnSpc>
        <a:spcBef>
          <a:spcPts val="500"/>
        </a:spcBef>
        <a:spcAft>
          <a:spcPts val="600"/>
        </a:spcAft>
        <a:buClr>
          <a:schemeClr val="bg1"/>
        </a:buClr>
        <a:buFont typeface="Wingdings 2" panose="05020102010507070707" pitchFamily="18" charset="2"/>
        <a:buChar char=""/>
        <a:tabLst/>
        <a:defRPr sz="1400" b="0" i="0" kern="1200">
          <a:solidFill>
            <a:schemeClr val="bg1"/>
          </a:solidFill>
          <a:latin typeface="Artifakt Element" panose="020B0503050000020004" pitchFamily="34" charset="77"/>
          <a:ea typeface="Artifakt Element Ofc" panose="020B0504010101010104" pitchFamily="34" charset="0"/>
          <a:cs typeface="+mn-cs"/>
        </a:defRPr>
      </a:lvl4pPr>
      <a:lvl5pPr marL="1143000" indent="-228600" algn="l" defTabSz="914354" rtl="0" eaLnBrk="1" latinLnBrk="0" hangingPunct="1">
        <a:lnSpc>
          <a:spcPct val="100000"/>
        </a:lnSpc>
        <a:spcBef>
          <a:spcPts val="500"/>
        </a:spcBef>
        <a:spcAft>
          <a:spcPts val="600"/>
        </a:spcAft>
        <a:buClr>
          <a:schemeClr val="bg1"/>
        </a:buClr>
        <a:buFont typeface="Wingdings 2" panose="05020102010507070707" pitchFamily="18" charset="2"/>
        <a:buChar char=""/>
        <a:tabLst/>
        <a:defRPr sz="1400" b="0" i="0" kern="1200">
          <a:solidFill>
            <a:schemeClr val="bg1"/>
          </a:solidFill>
          <a:latin typeface="Artifakt Element" panose="020B0503050000020004" pitchFamily="34" charset="77"/>
          <a:ea typeface="Artifakt Element Ofc" panose="020B0504010101010104" pitchFamily="34" charset="0"/>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64" userDrawn="1">
          <p15:clr>
            <a:srgbClr val="A4A3A4"/>
          </p15:clr>
        </p15:guide>
        <p15:guide id="2" pos="7416" userDrawn="1">
          <p15:clr>
            <a:srgbClr val="A4A3A4"/>
          </p15:clr>
        </p15:guide>
        <p15:guide id="3" orient="horz" pos="264" userDrawn="1">
          <p15:clr>
            <a:srgbClr val="A4A3A4"/>
          </p15:clr>
        </p15:guide>
        <p15:guide id="4" orient="horz" pos="4032" userDrawn="1">
          <p15:clr>
            <a:srgbClr val="A4A3A4"/>
          </p15:clr>
        </p15:guide>
        <p15:guide id="5" orient="horz" pos="1032" userDrawn="1">
          <p15:clr>
            <a:srgbClr val="A4A3A4"/>
          </p15:clr>
        </p15:guide>
        <p15:guide id="6" orient="horz" pos="3240" userDrawn="1">
          <p15:clr>
            <a:srgbClr val="A4A3A4"/>
          </p15:clr>
        </p15:guide>
        <p15:guide id="7" orient="horz" pos="2160" userDrawn="1">
          <p15:clr>
            <a:srgbClr val="A4A3A4"/>
          </p15:clr>
        </p15:guide>
        <p15:guide id="8" pos="3840" userDrawn="1">
          <p15:clr>
            <a:srgbClr val="A4A3A4"/>
          </p15:clr>
        </p15:guide>
        <p15:guide id="9" pos="5760" userDrawn="1">
          <p15:clr>
            <a:srgbClr val="A4A3A4"/>
          </p15:clr>
        </p15:guide>
        <p15:guide id="10" pos="1920" userDrawn="1">
          <p15:clr>
            <a:srgbClr val="A4A3A4"/>
          </p15:clr>
        </p15:guide>
        <p15:guide id="11" orient="horz" pos="3768" userDrawn="1">
          <p15:clr>
            <a:srgbClr val="A4A3A4"/>
          </p15:clr>
        </p15:guide>
        <p15:guide id="12" orient="horz" pos="3720"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9.png"/><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9.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github.com/grndnl/IDETC26-Hackathon-Autodesk-neuralCAD-Edit" TargetMode="External"/><Relationship Id="rId1" Type="http://schemas.openxmlformats.org/officeDocument/2006/relationships/slideLayout" Target="../slideLayouts/slideLayout26.xml"/><Relationship Id="rId6" Type="http://schemas.openxmlformats.org/officeDocument/2006/relationships/image" Target="../media/image29.jpg"/><Relationship Id="rId5" Type="http://schemas.openxmlformats.org/officeDocument/2006/relationships/image" Target="../media/image28.jpeg"/><Relationship Id="rId4"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576D340-50BF-E707-564C-BAC36DAD2C15}"/>
              </a:ext>
            </a:extLst>
          </p:cNvPr>
          <p:cNvSpPr>
            <a:spLocks noGrp="1"/>
          </p:cNvSpPr>
          <p:nvPr>
            <p:ph type="body" sz="quarter" idx="27"/>
          </p:nvPr>
        </p:nvSpPr>
        <p:spPr>
          <a:xfrm>
            <a:off x="442912" y="2046837"/>
            <a:ext cx="7855916" cy="2273785"/>
          </a:xfrm>
        </p:spPr>
        <p:txBody>
          <a:bodyPr/>
          <a:lstStyle/>
          <a:p>
            <a:r>
              <a:rPr lang="en-US" dirty="0"/>
              <a:t>3D CAD Editing</a:t>
            </a:r>
          </a:p>
          <a:p>
            <a:r>
              <a:rPr lang="en-US" dirty="0"/>
              <a:t>With VLMs</a:t>
            </a:r>
            <a:endParaRPr lang="en-US" dirty="0">
              <a:solidFill>
                <a:schemeClr val="accent5"/>
              </a:solidFill>
            </a:endParaRPr>
          </a:p>
        </p:txBody>
      </p:sp>
      <p:sp>
        <p:nvSpPr>
          <p:cNvPr id="4" name="Text Placeholder 3">
            <a:extLst>
              <a:ext uri="{FF2B5EF4-FFF2-40B4-BE49-F238E27FC236}">
                <a16:creationId xmlns:a16="http://schemas.microsoft.com/office/drawing/2014/main" id="{2FE49D78-7818-0D7E-0645-8C3CC8FF4601}"/>
              </a:ext>
            </a:extLst>
          </p:cNvPr>
          <p:cNvSpPr>
            <a:spLocks noGrp="1"/>
          </p:cNvSpPr>
          <p:nvPr>
            <p:ph type="body" sz="quarter" idx="26"/>
          </p:nvPr>
        </p:nvSpPr>
        <p:spPr/>
        <p:txBody>
          <a:bodyPr/>
          <a:lstStyle/>
          <a:p>
            <a:r>
              <a:rPr lang="en-US" dirty="0"/>
              <a:t>Autodesk Problem Overview</a:t>
            </a:r>
          </a:p>
        </p:txBody>
      </p:sp>
    </p:spTree>
    <p:extLst>
      <p:ext uri="{BB962C8B-B14F-4D97-AF65-F5344CB8AC3E}">
        <p14:creationId xmlns:p14="http://schemas.microsoft.com/office/powerpoint/2010/main" val="78258861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DAAB0-04BA-5641-1A6D-EE2A35C967C2}"/>
            </a:ext>
          </a:extLst>
        </p:cNvPr>
        <p:cNvGrpSpPr/>
        <p:nvPr/>
      </p:nvGrpSpPr>
      <p:grpSpPr>
        <a:xfrm>
          <a:off x="0" y="0"/>
          <a:ext cx="0" cy="0"/>
          <a:chOff x="0" y="0"/>
          <a:chExt cx="0" cy="0"/>
        </a:xfrm>
      </p:grpSpPr>
      <p:pic>
        <p:nvPicPr>
          <p:cNvPr id="8" name="Picture Placeholder 6" descr="A close-up of a grey grid&#10;&#10;AI-generated content may be incorrect.">
            <a:extLst>
              <a:ext uri="{FF2B5EF4-FFF2-40B4-BE49-F238E27FC236}">
                <a16:creationId xmlns:a16="http://schemas.microsoft.com/office/drawing/2014/main" id="{5B0DB396-45E7-D692-26A9-5B9BB04D1FE7}"/>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a:stretch/>
        </p:blipFill>
        <p:spPr>
          <a:xfrm>
            <a:off x="5892800" y="0"/>
            <a:ext cx="6299200" cy="6858000"/>
          </a:xfrm>
        </p:spPr>
      </p:pic>
      <p:sp>
        <p:nvSpPr>
          <p:cNvPr id="7" name="Title 6">
            <a:extLst>
              <a:ext uri="{FF2B5EF4-FFF2-40B4-BE49-F238E27FC236}">
                <a16:creationId xmlns:a16="http://schemas.microsoft.com/office/drawing/2014/main" id="{9B7D0F7C-38FE-0570-3DE2-EA12FF016224}"/>
              </a:ext>
            </a:extLst>
          </p:cNvPr>
          <p:cNvSpPr>
            <a:spLocks noGrp="1"/>
          </p:cNvSpPr>
          <p:nvPr>
            <p:ph type="title"/>
          </p:nvPr>
        </p:nvSpPr>
        <p:spPr>
          <a:xfrm>
            <a:off x="419100" y="423668"/>
            <a:ext cx="4884211" cy="963247"/>
          </a:xfrm>
        </p:spPr>
        <p:txBody>
          <a:bodyPr/>
          <a:lstStyle/>
          <a:p>
            <a:r>
              <a:rPr lang="en-US" dirty="0"/>
              <a:t>Agenda</a:t>
            </a:r>
          </a:p>
        </p:txBody>
      </p:sp>
      <p:sp>
        <p:nvSpPr>
          <p:cNvPr id="2" name="Oval 1">
            <a:extLst>
              <a:ext uri="{FF2B5EF4-FFF2-40B4-BE49-F238E27FC236}">
                <a16:creationId xmlns:a16="http://schemas.microsoft.com/office/drawing/2014/main" id="{A9315920-9701-D16C-419B-1455715322FE}"/>
              </a:ext>
            </a:extLst>
          </p:cNvPr>
          <p:cNvSpPr/>
          <p:nvPr/>
        </p:nvSpPr>
        <p:spPr>
          <a:xfrm>
            <a:off x="443665" y="2817763"/>
            <a:ext cx="459589" cy="459589"/>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600" b="1">
                <a:solidFill>
                  <a:schemeClr val="tx1"/>
                </a:solidFill>
                <a:latin typeface="+mj-lt"/>
              </a:rPr>
              <a:t>01</a:t>
            </a:r>
          </a:p>
        </p:txBody>
      </p:sp>
      <p:sp>
        <p:nvSpPr>
          <p:cNvPr id="13" name="Oval 12">
            <a:extLst>
              <a:ext uri="{FF2B5EF4-FFF2-40B4-BE49-F238E27FC236}">
                <a16:creationId xmlns:a16="http://schemas.microsoft.com/office/drawing/2014/main" id="{116F1049-9466-62CD-1984-6991EB835EC8}"/>
              </a:ext>
            </a:extLst>
          </p:cNvPr>
          <p:cNvSpPr/>
          <p:nvPr/>
        </p:nvSpPr>
        <p:spPr>
          <a:xfrm>
            <a:off x="443665" y="3472104"/>
            <a:ext cx="459589" cy="459589"/>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b="1">
                <a:solidFill>
                  <a:schemeClr val="tx1"/>
                </a:solidFill>
                <a:latin typeface="+mj-lt"/>
              </a:rPr>
              <a:t>02</a:t>
            </a:r>
          </a:p>
        </p:txBody>
      </p:sp>
      <p:sp>
        <p:nvSpPr>
          <p:cNvPr id="14" name="Oval 13">
            <a:extLst>
              <a:ext uri="{FF2B5EF4-FFF2-40B4-BE49-F238E27FC236}">
                <a16:creationId xmlns:a16="http://schemas.microsoft.com/office/drawing/2014/main" id="{B6DEA8A2-65A5-6D1B-6500-D66C5503E541}"/>
              </a:ext>
            </a:extLst>
          </p:cNvPr>
          <p:cNvSpPr/>
          <p:nvPr/>
        </p:nvSpPr>
        <p:spPr>
          <a:xfrm>
            <a:off x="443665" y="4121280"/>
            <a:ext cx="459589" cy="459589"/>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600" b="1">
                <a:solidFill>
                  <a:schemeClr val="tx1"/>
                </a:solidFill>
                <a:latin typeface="+mj-lt"/>
              </a:rPr>
              <a:t>03</a:t>
            </a:r>
          </a:p>
        </p:txBody>
      </p:sp>
      <p:sp>
        <p:nvSpPr>
          <p:cNvPr id="15" name="Oval 14">
            <a:extLst>
              <a:ext uri="{FF2B5EF4-FFF2-40B4-BE49-F238E27FC236}">
                <a16:creationId xmlns:a16="http://schemas.microsoft.com/office/drawing/2014/main" id="{091227FE-FE3F-018B-E289-F01B7672C8E7}"/>
              </a:ext>
            </a:extLst>
          </p:cNvPr>
          <p:cNvSpPr/>
          <p:nvPr/>
        </p:nvSpPr>
        <p:spPr>
          <a:xfrm>
            <a:off x="443665" y="4770456"/>
            <a:ext cx="459589" cy="459589"/>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A" sz="1600" b="1">
                <a:solidFill>
                  <a:schemeClr val="tx1"/>
                </a:solidFill>
                <a:latin typeface="+mj-lt"/>
              </a:rPr>
              <a:t>04</a:t>
            </a:r>
          </a:p>
        </p:txBody>
      </p:sp>
      <p:sp>
        <p:nvSpPr>
          <p:cNvPr id="17" name="TextBox 16">
            <a:extLst>
              <a:ext uri="{FF2B5EF4-FFF2-40B4-BE49-F238E27FC236}">
                <a16:creationId xmlns:a16="http://schemas.microsoft.com/office/drawing/2014/main" id="{3798BF7F-D5BB-E557-9B5B-E56BEB241F74}"/>
              </a:ext>
            </a:extLst>
          </p:cNvPr>
          <p:cNvSpPr txBox="1"/>
          <p:nvPr/>
        </p:nvSpPr>
        <p:spPr>
          <a:xfrm>
            <a:off x="1155297" y="2823720"/>
            <a:ext cx="4607319" cy="447675"/>
          </a:xfrm>
          <a:prstGeom prst="rect">
            <a:avLst/>
          </a:prstGeom>
          <a:noFill/>
        </p:spPr>
        <p:txBody>
          <a:bodyPr wrap="square" lIns="0" tIns="0" rIns="0" bIns="0" rtlCol="0" anchor="ctr">
            <a:noAutofit/>
          </a:bodyPr>
          <a:lstStyle/>
          <a:p>
            <a:pPr>
              <a:buClr>
                <a:schemeClr val="tx2"/>
              </a:buClr>
              <a:buSzPct val="100000"/>
            </a:pPr>
            <a:r>
              <a:rPr lang="en-US" sz="1600" dirty="0">
                <a:solidFill>
                  <a:schemeClr val="bg1"/>
                </a:solidFill>
                <a:latin typeface="Artifakt Element" panose="020B0503050000020004" pitchFamily="34" charset="77"/>
              </a:rPr>
              <a:t>The Problem</a:t>
            </a:r>
          </a:p>
        </p:txBody>
      </p:sp>
      <p:sp>
        <p:nvSpPr>
          <p:cNvPr id="18" name="TextBox 17">
            <a:extLst>
              <a:ext uri="{FF2B5EF4-FFF2-40B4-BE49-F238E27FC236}">
                <a16:creationId xmlns:a16="http://schemas.microsoft.com/office/drawing/2014/main" id="{221D54C2-091E-8666-B9B5-12947DA0A733}"/>
              </a:ext>
            </a:extLst>
          </p:cNvPr>
          <p:cNvSpPr txBox="1"/>
          <p:nvPr/>
        </p:nvSpPr>
        <p:spPr>
          <a:xfrm>
            <a:off x="1155297" y="3478061"/>
            <a:ext cx="4607319" cy="447675"/>
          </a:xfrm>
          <a:prstGeom prst="rect">
            <a:avLst/>
          </a:prstGeom>
          <a:noFill/>
        </p:spPr>
        <p:txBody>
          <a:bodyPr wrap="square" lIns="0" tIns="0" rIns="0" bIns="0" rtlCol="0" anchor="ctr">
            <a:noAutofit/>
          </a:bodyPr>
          <a:lstStyle/>
          <a:p>
            <a:pPr>
              <a:buClr>
                <a:schemeClr val="tx2"/>
              </a:buClr>
              <a:buSzPct val="100000"/>
            </a:pPr>
            <a:r>
              <a:rPr lang="en-US" sz="1600" dirty="0">
                <a:solidFill>
                  <a:schemeClr val="bg1"/>
                </a:solidFill>
                <a:latin typeface="Artifakt Element" panose="020B0503050000020004" pitchFamily="34" charset="77"/>
              </a:rPr>
              <a:t>Your Goal</a:t>
            </a:r>
          </a:p>
        </p:txBody>
      </p:sp>
      <p:sp>
        <p:nvSpPr>
          <p:cNvPr id="19" name="TextBox 18">
            <a:extLst>
              <a:ext uri="{FF2B5EF4-FFF2-40B4-BE49-F238E27FC236}">
                <a16:creationId xmlns:a16="http://schemas.microsoft.com/office/drawing/2014/main" id="{5695B832-3517-8D0F-52F6-C21CA13FD3BC}"/>
              </a:ext>
            </a:extLst>
          </p:cNvPr>
          <p:cNvSpPr txBox="1"/>
          <p:nvPr/>
        </p:nvSpPr>
        <p:spPr>
          <a:xfrm>
            <a:off x="1155297" y="4127237"/>
            <a:ext cx="4607319" cy="447675"/>
          </a:xfrm>
          <a:prstGeom prst="rect">
            <a:avLst/>
          </a:prstGeom>
          <a:noFill/>
        </p:spPr>
        <p:txBody>
          <a:bodyPr wrap="square" lIns="0" tIns="0" rIns="0" bIns="0" rtlCol="0" anchor="ctr">
            <a:noAutofit/>
          </a:bodyPr>
          <a:lstStyle/>
          <a:p>
            <a:pPr>
              <a:buClr>
                <a:schemeClr val="tx2"/>
              </a:buClr>
              <a:buSzPct val="100000"/>
            </a:pPr>
            <a:r>
              <a:rPr lang="en-US" sz="1600" dirty="0">
                <a:solidFill>
                  <a:schemeClr val="bg1"/>
                </a:solidFill>
                <a:latin typeface="Artifakt Element" panose="020B0503050000020004" pitchFamily="34" charset="77"/>
              </a:rPr>
              <a:t>Overview of the Benchmark</a:t>
            </a:r>
          </a:p>
        </p:txBody>
      </p:sp>
      <p:sp>
        <p:nvSpPr>
          <p:cNvPr id="20" name="TextBox 19">
            <a:extLst>
              <a:ext uri="{FF2B5EF4-FFF2-40B4-BE49-F238E27FC236}">
                <a16:creationId xmlns:a16="http://schemas.microsoft.com/office/drawing/2014/main" id="{F180B9C6-C7EB-92E6-90C2-3804F351A173}"/>
              </a:ext>
            </a:extLst>
          </p:cNvPr>
          <p:cNvSpPr txBox="1"/>
          <p:nvPr/>
        </p:nvSpPr>
        <p:spPr>
          <a:xfrm>
            <a:off x="1155297" y="4776413"/>
            <a:ext cx="4607319" cy="447675"/>
          </a:xfrm>
          <a:prstGeom prst="rect">
            <a:avLst/>
          </a:prstGeom>
          <a:noFill/>
        </p:spPr>
        <p:txBody>
          <a:bodyPr wrap="square" lIns="0" tIns="0" rIns="0" bIns="0" rtlCol="0" anchor="ctr">
            <a:noAutofit/>
          </a:bodyPr>
          <a:lstStyle/>
          <a:p>
            <a:pPr>
              <a:buClr>
                <a:schemeClr val="tx2"/>
              </a:buClr>
              <a:buSzPct val="100000"/>
            </a:pPr>
            <a:r>
              <a:rPr lang="en-US" sz="1600" dirty="0">
                <a:solidFill>
                  <a:schemeClr val="bg1"/>
                </a:solidFill>
                <a:latin typeface="Artifakt Element" panose="020B0503050000020004" pitchFamily="34" charset="77"/>
              </a:rPr>
              <a:t>Submission Details</a:t>
            </a:r>
          </a:p>
        </p:txBody>
      </p:sp>
    </p:spTree>
    <p:extLst>
      <p:ext uri="{BB962C8B-B14F-4D97-AF65-F5344CB8AC3E}">
        <p14:creationId xmlns:p14="http://schemas.microsoft.com/office/powerpoint/2010/main" val="330283309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20712E6-EC86-CD58-E350-630C097A9FF2}"/>
              </a:ext>
            </a:extLst>
          </p:cNvPr>
          <p:cNvSpPr>
            <a:spLocks noGrp="1"/>
          </p:cNvSpPr>
          <p:nvPr>
            <p:ph type="body" sz="quarter" idx="11"/>
          </p:nvPr>
        </p:nvSpPr>
        <p:spPr/>
        <p:txBody>
          <a:bodyPr/>
          <a:lstStyle/>
          <a:p>
            <a:r>
              <a:rPr lang="en-US" dirty="0"/>
              <a:t>The Problem</a:t>
            </a:r>
          </a:p>
        </p:txBody>
      </p:sp>
      <p:sp>
        <p:nvSpPr>
          <p:cNvPr id="5" name="Text Placeholder 4">
            <a:extLst>
              <a:ext uri="{FF2B5EF4-FFF2-40B4-BE49-F238E27FC236}">
                <a16:creationId xmlns:a16="http://schemas.microsoft.com/office/drawing/2014/main" id="{600A3081-18E1-DB8A-385F-F1F779C4DE08}"/>
              </a:ext>
            </a:extLst>
          </p:cNvPr>
          <p:cNvSpPr>
            <a:spLocks noGrp="1"/>
          </p:cNvSpPr>
          <p:nvPr>
            <p:ph type="body" sz="quarter" idx="12"/>
          </p:nvPr>
        </p:nvSpPr>
        <p:spPr/>
        <p:txBody>
          <a:bodyPr/>
          <a:lstStyle/>
          <a:p>
            <a:r>
              <a:rPr lang="en-US" dirty="0"/>
              <a:t>Editing 3D CAD is hard</a:t>
            </a:r>
          </a:p>
        </p:txBody>
      </p:sp>
    </p:spTree>
    <p:extLst>
      <p:ext uri="{BB962C8B-B14F-4D97-AF65-F5344CB8AC3E}">
        <p14:creationId xmlns:p14="http://schemas.microsoft.com/office/powerpoint/2010/main" val="1028726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518AD-7407-0319-47DA-C32D5CB8F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49FAD-BB87-2232-4F40-F0198878ABB4}"/>
              </a:ext>
            </a:extLst>
          </p:cNvPr>
          <p:cNvSpPr>
            <a:spLocks noGrp="1"/>
          </p:cNvSpPr>
          <p:nvPr>
            <p:ph type="title"/>
          </p:nvPr>
        </p:nvSpPr>
        <p:spPr/>
        <p:txBody>
          <a:bodyPr>
            <a:normAutofit/>
          </a:bodyPr>
          <a:lstStyle/>
          <a:p>
            <a:r>
              <a:rPr lang="en-US" dirty="0"/>
              <a:t>3D CAD </a:t>
            </a:r>
            <a:r>
              <a:rPr lang="en-US" i="1" dirty="0"/>
              <a:t>generation </a:t>
            </a:r>
            <a:r>
              <a:rPr lang="en-US" dirty="0"/>
              <a:t>has progressed rapidly</a:t>
            </a:r>
          </a:p>
        </p:txBody>
      </p:sp>
      <p:sp>
        <p:nvSpPr>
          <p:cNvPr id="5" name="Slide Number Placeholder 4">
            <a:extLst>
              <a:ext uri="{FF2B5EF4-FFF2-40B4-BE49-F238E27FC236}">
                <a16:creationId xmlns:a16="http://schemas.microsoft.com/office/drawing/2014/main" id="{E59BD917-D51D-F31E-2E45-275D10C1B5DE}"/>
              </a:ext>
            </a:extLst>
          </p:cNvPr>
          <p:cNvSpPr>
            <a:spLocks noGrp="1"/>
          </p:cNvSpPr>
          <p:nvPr>
            <p:ph type="sldNum" sz="quarter" idx="12"/>
          </p:nvPr>
        </p:nvSpPr>
        <p:spPr/>
        <p:txBody>
          <a:bodyPr/>
          <a:lstStyle/>
          <a:p>
            <a:fld id="{A0843534-8C44-AD4B-8597-A09B5453E2FA}" type="slidenum">
              <a:rPr lang="en-US" smtClean="0"/>
              <a:t>4</a:t>
            </a:fld>
            <a:endParaRPr lang="en-US"/>
          </a:p>
        </p:txBody>
      </p:sp>
      <p:pic>
        <p:nvPicPr>
          <p:cNvPr id="1026" name="Picture 2" descr="Neural CAD for geometry">
            <a:extLst>
              <a:ext uri="{FF2B5EF4-FFF2-40B4-BE49-F238E27FC236}">
                <a16:creationId xmlns:a16="http://schemas.microsoft.com/office/drawing/2014/main" id="{04D17A57-4D11-6D7B-64B5-EA0CEFABBBF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856" r="8856"/>
          <a:stretch>
            <a:fillRect/>
          </a:stretch>
        </p:blipFill>
        <p:spPr bwMode="auto">
          <a:xfrm>
            <a:off x="931676" y="1957253"/>
            <a:ext cx="4529871" cy="30965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4B6C7AC-280D-A1FD-DF6D-82F4A81DF381}"/>
              </a:ext>
            </a:extLst>
          </p:cNvPr>
          <p:cNvSpPr txBox="1"/>
          <p:nvPr/>
        </p:nvSpPr>
        <p:spPr>
          <a:xfrm>
            <a:off x="670289" y="5720454"/>
            <a:ext cx="5052646" cy="369332"/>
          </a:xfrm>
          <a:prstGeom prst="rect">
            <a:avLst/>
          </a:prstGeom>
          <a:noFill/>
        </p:spPr>
        <p:txBody>
          <a:bodyPr wrap="square">
            <a:spAutoFit/>
          </a:bodyPr>
          <a:lstStyle/>
          <a:p>
            <a:pPr algn="ctr"/>
            <a:r>
              <a:rPr lang="en-US" dirty="0"/>
              <a:t>Autodesk’s neural CAD models</a:t>
            </a:r>
          </a:p>
        </p:txBody>
      </p:sp>
      <p:sp>
        <p:nvSpPr>
          <p:cNvPr id="6" name="TextBox 5">
            <a:extLst>
              <a:ext uri="{FF2B5EF4-FFF2-40B4-BE49-F238E27FC236}">
                <a16:creationId xmlns:a16="http://schemas.microsoft.com/office/drawing/2014/main" id="{3BBA85CC-7005-071C-88C9-C7686A040008}"/>
              </a:ext>
            </a:extLst>
          </p:cNvPr>
          <p:cNvSpPr txBox="1"/>
          <p:nvPr/>
        </p:nvSpPr>
        <p:spPr>
          <a:xfrm>
            <a:off x="6469065" y="5723014"/>
            <a:ext cx="5052646" cy="369332"/>
          </a:xfrm>
          <a:prstGeom prst="rect">
            <a:avLst/>
          </a:prstGeom>
          <a:noFill/>
        </p:spPr>
        <p:txBody>
          <a:bodyPr wrap="square">
            <a:spAutoFit/>
          </a:bodyPr>
          <a:lstStyle/>
          <a:p>
            <a:pPr algn="ctr"/>
            <a:r>
              <a:rPr lang="en-US" dirty="0"/>
              <a:t>VLMs/ MCP servers</a:t>
            </a:r>
          </a:p>
        </p:txBody>
      </p:sp>
      <p:pic>
        <p:nvPicPr>
          <p:cNvPr id="10" name="Moka pot assembly with Gemini">
            <a:hlinkClick r:id="" action="ppaction://media"/>
            <a:extLst>
              <a:ext uri="{FF2B5EF4-FFF2-40B4-BE49-F238E27FC236}">
                <a16:creationId xmlns:a16="http://schemas.microsoft.com/office/drawing/2014/main" id="{A6429FA2-2595-943A-33C9-162836C836E4}"/>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242925" y="1957254"/>
            <a:ext cx="5504928" cy="3096522"/>
          </a:xfrm>
          <a:prstGeom prst="rect">
            <a:avLst/>
          </a:prstGeom>
        </p:spPr>
      </p:pic>
    </p:spTree>
    <p:extLst>
      <p:ext uri="{BB962C8B-B14F-4D97-AF65-F5344CB8AC3E}">
        <p14:creationId xmlns:p14="http://schemas.microsoft.com/office/powerpoint/2010/main" val="4878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970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AE744-B5DB-4617-ECA3-0C5F38E694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A3F029-1E91-168D-930A-68DAEFD7E2C4}"/>
              </a:ext>
            </a:extLst>
          </p:cNvPr>
          <p:cNvSpPr>
            <a:spLocks noGrp="1"/>
          </p:cNvSpPr>
          <p:nvPr>
            <p:ph type="title"/>
          </p:nvPr>
        </p:nvSpPr>
        <p:spPr>
          <a:xfrm>
            <a:off x="838200" y="365125"/>
            <a:ext cx="10515600" cy="766989"/>
          </a:xfrm>
        </p:spPr>
        <p:txBody>
          <a:bodyPr>
            <a:normAutofit fontScale="90000"/>
          </a:bodyPr>
          <a:lstStyle/>
          <a:p>
            <a:r>
              <a:rPr lang="en-US"/>
              <a:t>Designers spend more time </a:t>
            </a:r>
            <a:r>
              <a:rPr lang="en-US" i="1"/>
              <a:t>editing</a:t>
            </a:r>
            <a:r>
              <a:rPr lang="en-US"/>
              <a:t> than creating from scratch</a:t>
            </a:r>
          </a:p>
        </p:txBody>
      </p:sp>
      <p:pic>
        <p:nvPicPr>
          <p:cNvPr id="3" name="edit_DYP2J9CYL7X46RLQ_1770358371.309453">
            <a:hlinkClick r:id="" action="ppaction://media"/>
            <a:extLst>
              <a:ext uri="{FF2B5EF4-FFF2-40B4-BE49-F238E27FC236}">
                <a16:creationId xmlns:a16="http://schemas.microsoft.com/office/drawing/2014/main" id="{61EDB969-59A4-FB1A-1282-CBAAB106992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710813" y="1334167"/>
            <a:ext cx="8770374" cy="4937192"/>
          </a:xfrm>
          <a:prstGeom prst="rect">
            <a:avLst/>
          </a:prstGeom>
        </p:spPr>
      </p:pic>
      <p:sp>
        <p:nvSpPr>
          <p:cNvPr id="4" name="Slide Number Placeholder 3">
            <a:extLst>
              <a:ext uri="{FF2B5EF4-FFF2-40B4-BE49-F238E27FC236}">
                <a16:creationId xmlns:a16="http://schemas.microsoft.com/office/drawing/2014/main" id="{9AC8DE71-E6EA-1868-FBBC-706B01C09EC1}"/>
              </a:ext>
            </a:extLst>
          </p:cNvPr>
          <p:cNvSpPr>
            <a:spLocks noGrp="1"/>
          </p:cNvSpPr>
          <p:nvPr>
            <p:ph type="sldNum" sz="quarter" idx="12"/>
          </p:nvPr>
        </p:nvSpPr>
        <p:spPr/>
        <p:txBody>
          <a:bodyPr/>
          <a:lstStyle/>
          <a:p>
            <a:fld id="{A0843534-8C44-AD4B-8597-A09B5453E2FA}" type="slidenum">
              <a:rPr lang="en-US" smtClean="0"/>
              <a:t>5</a:t>
            </a:fld>
            <a:endParaRPr lang="en-US"/>
          </a:p>
        </p:txBody>
      </p:sp>
    </p:spTree>
    <p:extLst>
      <p:ext uri="{BB962C8B-B14F-4D97-AF65-F5344CB8AC3E}">
        <p14:creationId xmlns:p14="http://schemas.microsoft.com/office/powerpoint/2010/main" val="98824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2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FC17-42E7-B811-CC3C-137CD0D51B81}"/>
              </a:ext>
            </a:extLst>
          </p:cNvPr>
          <p:cNvSpPr>
            <a:spLocks noGrp="1"/>
          </p:cNvSpPr>
          <p:nvPr>
            <p:ph type="title"/>
          </p:nvPr>
        </p:nvSpPr>
        <p:spPr/>
        <p:txBody>
          <a:bodyPr/>
          <a:lstStyle/>
          <a:p>
            <a:r>
              <a:rPr lang="en-US" dirty="0"/>
              <a:t>Editing is behind because of </a:t>
            </a:r>
            <a:r>
              <a:rPr lang="en-US" i="1" dirty="0"/>
              <a:t>data</a:t>
            </a:r>
          </a:p>
        </p:txBody>
      </p:sp>
      <p:sp>
        <p:nvSpPr>
          <p:cNvPr id="4" name="Slide Number Placeholder 3">
            <a:extLst>
              <a:ext uri="{FF2B5EF4-FFF2-40B4-BE49-F238E27FC236}">
                <a16:creationId xmlns:a16="http://schemas.microsoft.com/office/drawing/2014/main" id="{26CF58A3-C0DB-9CB8-4E1D-D052C75F156E}"/>
              </a:ext>
            </a:extLst>
          </p:cNvPr>
          <p:cNvSpPr>
            <a:spLocks noGrp="1"/>
          </p:cNvSpPr>
          <p:nvPr>
            <p:ph type="sldNum" sz="quarter" idx="12"/>
          </p:nvPr>
        </p:nvSpPr>
        <p:spPr/>
        <p:txBody>
          <a:bodyPr/>
          <a:lstStyle/>
          <a:p>
            <a:fld id="{A0843534-8C44-AD4B-8597-A09B5453E2FA}" type="slidenum">
              <a:rPr lang="en-US" smtClean="0"/>
              <a:t>6</a:t>
            </a:fld>
            <a:endParaRPr lang="en-US"/>
          </a:p>
        </p:txBody>
      </p:sp>
      <p:sp>
        <p:nvSpPr>
          <p:cNvPr id="5" name="TextBox 4">
            <a:extLst>
              <a:ext uri="{FF2B5EF4-FFF2-40B4-BE49-F238E27FC236}">
                <a16:creationId xmlns:a16="http://schemas.microsoft.com/office/drawing/2014/main" id="{6650F729-FC51-9495-0B8E-314A44633523}"/>
              </a:ext>
            </a:extLst>
          </p:cNvPr>
          <p:cNvSpPr txBox="1"/>
          <p:nvPr/>
        </p:nvSpPr>
        <p:spPr>
          <a:xfrm>
            <a:off x="614908" y="5530546"/>
            <a:ext cx="5052646" cy="646331"/>
          </a:xfrm>
          <a:prstGeom prst="rect">
            <a:avLst/>
          </a:prstGeom>
          <a:noFill/>
        </p:spPr>
        <p:txBody>
          <a:bodyPr wrap="square">
            <a:spAutoFit/>
          </a:bodyPr>
          <a:lstStyle/>
          <a:p>
            <a:pPr algn="ctr"/>
            <a:r>
              <a:rPr lang="en-US" dirty="0"/>
              <a:t>Datasets contain </a:t>
            </a:r>
            <a:r>
              <a:rPr lang="en-US" i="1" dirty="0"/>
              <a:t>completed CAD models</a:t>
            </a:r>
          </a:p>
          <a:p>
            <a:pPr algn="ctr"/>
            <a:r>
              <a:rPr lang="en-US" dirty="0"/>
              <a:t>rather than </a:t>
            </a:r>
            <a:r>
              <a:rPr lang="en-US" i="1" dirty="0"/>
              <a:t>edits (differences)</a:t>
            </a:r>
          </a:p>
        </p:txBody>
      </p:sp>
      <p:sp>
        <p:nvSpPr>
          <p:cNvPr id="6" name="TextBox 5">
            <a:extLst>
              <a:ext uri="{FF2B5EF4-FFF2-40B4-BE49-F238E27FC236}">
                <a16:creationId xmlns:a16="http://schemas.microsoft.com/office/drawing/2014/main" id="{D26B1716-E8CC-0594-2DCC-B24BFB1EF63B}"/>
              </a:ext>
            </a:extLst>
          </p:cNvPr>
          <p:cNvSpPr txBox="1"/>
          <p:nvPr/>
        </p:nvSpPr>
        <p:spPr>
          <a:xfrm>
            <a:off x="6642721" y="5720454"/>
            <a:ext cx="5052646" cy="369332"/>
          </a:xfrm>
          <a:prstGeom prst="rect">
            <a:avLst/>
          </a:prstGeom>
          <a:noFill/>
        </p:spPr>
        <p:txBody>
          <a:bodyPr wrap="square">
            <a:spAutoFit/>
          </a:bodyPr>
          <a:lstStyle/>
          <a:p>
            <a:pPr algn="ctr"/>
            <a:r>
              <a:rPr lang="en-US" i="1" dirty="0"/>
              <a:t>Intent</a:t>
            </a:r>
            <a:r>
              <a:rPr lang="en-US" dirty="0"/>
              <a:t> of edits isn’t captured</a:t>
            </a:r>
          </a:p>
        </p:txBody>
      </p:sp>
      <p:pic>
        <p:nvPicPr>
          <p:cNvPr id="10" name="B7A2N74ZJBF9MZHU_1770251861.898911_30_720_audio">
            <a:hlinkClick r:id="" action="ppaction://media"/>
            <a:extLst>
              <a:ext uri="{FF2B5EF4-FFF2-40B4-BE49-F238E27FC236}">
                <a16:creationId xmlns:a16="http://schemas.microsoft.com/office/drawing/2014/main" id="{E96246BD-014F-555C-C3B6-34D4FA6A3E7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561922" y="1690688"/>
            <a:ext cx="5133445" cy="3323813"/>
          </a:xfrm>
          <a:prstGeom prst="rect">
            <a:avLst/>
          </a:prstGeom>
        </p:spPr>
      </p:pic>
      <p:pic>
        <p:nvPicPr>
          <p:cNvPr id="1026" name="Picture 2" descr="Fusion 360 Gallery Dataset">
            <a:extLst>
              <a:ext uri="{FF2B5EF4-FFF2-40B4-BE49-F238E27FC236}">
                <a16:creationId xmlns:a16="http://schemas.microsoft.com/office/drawing/2014/main" id="{70F214F6-DD14-A3E1-EC55-B8E1CE55B1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908" y="1690688"/>
            <a:ext cx="5481092" cy="308311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24BE443-AD04-DD4F-8FAA-EA2679D3F6B1}"/>
              </a:ext>
            </a:extLst>
          </p:cNvPr>
          <p:cNvSpPr txBox="1"/>
          <p:nvPr/>
        </p:nvSpPr>
        <p:spPr>
          <a:xfrm>
            <a:off x="0" y="6459867"/>
            <a:ext cx="5052646" cy="261610"/>
          </a:xfrm>
          <a:prstGeom prst="rect">
            <a:avLst/>
          </a:prstGeom>
          <a:noFill/>
        </p:spPr>
        <p:txBody>
          <a:bodyPr wrap="square">
            <a:spAutoFit/>
          </a:bodyPr>
          <a:lstStyle/>
          <a:p>
            <a:r>
              <a:rPr lang="en-US" sz="1100" dirty="0">
                <a:solidFill>
                  <a:schemeClr val="bg1">
                    <a:lumMod val="75000"/>
                  </a:schemeClr>
                </a:solidFill>
              </a:rPr>
              <a:t>Fusion Gallery Dataset</a:t>
            </a:r>
            <a:endParaRPr lang="en-US" sz="1100" i="1" dirty="0">
              <a:solidFill>
                <a:schemeClr val="bg1">
                  <a:lumMod val="75000"/>
                </a:schemeClr>
              </a:solidFill>
            </a:endParaRPr>
          </a:p>
        </p:txBody>
      </p:sp>
    </p:spTree>
    <p:extLst>
      <p:ext uri="{BB962C8B-B14F-4D97-AF65-F5344CB8AC3E}">
        <p14:creationId xmlns:p14="http://schemas.microsoft.com/office/powerpoint/2010/main" val="44374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3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2E049BE-2540-3E55-34D9-3503870BD66B}"/>
              </a:ext>
            </a:extLst>
          </p:cNvPr>
          <p:cNvSpPr>
            <a:spLocks noGrp="1"/>
          </p:cNvSpPr>
          <p:nvPr>
            <p:ph type="body" sz="quarter" idx="38"/>
          </p:nvPr>
        </p:nvSpPr>
        <p:spPr/>
        <p:txBody>
          <a:bodyPr/>
          <a:lstStyle/>
          <a:p>
            <a:r>
              <a:rPr lang="en-US" dirty="0"/>
              <a:t>An Expert Benchmark for Multimodal-Instructed 3D CAD Model Editing</a:t>
            </a:r>
          </a:p>
        </p:txBody>
      </p:sp>
      <p:sp>
        <p:nvSpPr>
          <p:cNvPr id="5" name="Title 4">
            <a:extLst>
              <a:ext uri="{FF2B5EF4-FFF2-40B4-BE49-F238E27FC236}">
                <a16:creationId xmlns:a16="http://schemas.microsoft.com/office/drawing/2014/main" id="{C9000823-7712-0604-30D6-EE3A300549C3}"/>
              </a:ext>
            </a:extLst>
          </p:cNvPr>
          <p:cNvSpPr>
            <a:spLocks noGrp="1"/>
          </p:cNvSpPr>
          <p:nvPr>
            <p:ph type="title"/>
          </p:nvPr>
        </p:nvSpPr>
        <p:spPr/>
        <p:txBody>
          <a:bodyPr/>
          <a:lstStyle/>
          <a:p>
            <a:r>
              <a:rPr lang="en-US" dirty="0" err="1"/>
              <a:t>neuralCAD</a:t>
            </a:r>
            <a:r>
              <a:rPr lang="en-US" dirty="0"/>
              <a:t>-Edit</a:t>
            </a:r>
          </a:p>
        </p:txBody>
      </p:sp>
      <p:pic>
        <p:nvPicPr>
          <p:cNvPr id="11" name="Picture 10">
            <a:extLst>
              <a:ext uri="{FF2B5EF4-FFF2-40B4-BE49-F238E27FC236}">
                <a16:creationId xmlns:a16="http://schemas.microsoft.com/office/drawing/2014/main" id="{BC10E41B-26D3-16E3-C1C5-BCEBA574AEAB}"/>
              </a:ext>
            </a:extLst>
          </p:cNvPr>
          <p:cNvPicPr>
            <a:picLocks noChangeAspect="1"/>
          </p:cNvPicPr>
          <p:nvPr/>
        </p:nvPicPr>
        <p:blipFill>
          <a:blip r:embed="rId3"/>
          <a:srcRect l="564"/>
          <a:stretch>
            <a:fillRect/>
          </a:stretch>
        </p:blipFill>
        <p:spPr>
          <a:xfrm>
            <a:off x="859397" y="2144704"/>
            <a:ext cx="4524693" cy="3998276"/>
          </a:xfrm>
          <a:prstGeom prst="rect">
            <a:avLst/>
          </a:prstGeom>
          <a:effectLst>
            <a:outerShdw blurRad="50800" dist="38100" dir="2700000" algn="tl" rotWithShape="0">
              <a:prstClr val="black">
                <a:alpha val="40000"/>
              </a:prstClr>
            </a:outerShdw>
          </a:effectLst>
        </p:spPr>
      </p:pic>
      <p:pic>
        <p:nvPicPr>
          <p:cNvPr id="13" name="Picture 12">
            <a:extLst>
              <a:ext uri="{FF2B5EF4-FFF2-40B4-BE49-F238E27FC236}">
                <a16:creationId xmlns:a16="http://schemas.microsoft.com/office/drawing/2014/main" id="{4999A0E3-124E-9F8C-C817-6FA59AA7F0CE}"/>
              </a:ext>
            </a:extLst>
          </p:cNvPr>
          <p:cNvPicPr>
            <a:picLocks noChangeAspect="1"/>
          </p:cNvPicPr>
          <p:nvPr/>
        </p:nvPicPr>
        <p:blipFill>
          <a:blip r:embed="rId4"/>
          <a:stretch>
            <a:fillRect/>
          </a:stretch>
        </p:blipFill>
        <p:spPr>
          <a:xfrm>
            <a:off x="6345797" y="2463640"/>
            <a:ext cx="4525704" cy="336040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51988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CFA36-2FDF-7574-5CBF-2C6CC35534A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142CCA56-9E98-1CB7-5454-A96AE7D93D24}"/>
              </a:ext>
            </a:extLst>
          </p:cNvPr>
          <p:cNvSpPr>
            <a:spLocks noGrp="1"/>
          </p:cNvSpPr>
          <p:nvPr>
            <p:ph type="body" sz="quarter" idx="11"/>
          </p:nvPr>
        </p:nvSpPr>
        <p:spPr/>
        <p:txBody>
          <a:bodyPr/>
          <a:lstStyle/>
          <a:p>
            <a:r>
              <a:rPr lang="en-US" dirty="0"/>
              <a:t>Your Goal</a:t>
            </a:r>
          </a:p>
        </p:txBody>
      </p:sp>
      <p:sp>
        <p:nvSpPr>
          <p:cNvPr id="5" name="Text Placeholder 4">
            <a:extLst>
              <a:ext uri="{FF2B5EF4-FFF2-40B4-BE49-F238E27FC236}">
                <a16:creationId xmlns:a16="http://schemas.microsoft.com/office/drawing/2014/main" id="{850EE4A0-63C2-9CE0-CA79-CDC8458010BB}"/>
              </a:ext>
            </a:extLst>
          </p:cNvPr>
          <p:cNvSpPr>
            <a:spLocks noGrp="1"/>
          </p:cNvSpPr>
          <p:nvPr>
            <p:ph type="body" sz="quarter" idx="12"/>
          </p:nvPr>
        </p:nvSpPr>
        <p:spPr>
          <a:xfrm>
            <a:off x="770413" y="1989200"/>
            <a:ext cx="4722862" cy="585788"/>
          </a:xfrm>
        </p:spPr>
        <p:txBody>
          <a:bodyPr/>
          <a:lstStyle/>
          <a:p>
            <a:r>
              <a:rPr lang="en-US" dirty="0"/>
              <a:t>Design an agentic harness that allows a VLM to edit CAD models in response to text instructions.</a:t>
            </a:r>
          </a:p>
        </p:txBody>
      </p:sp>
    </p:spTree>
    <p:extLst>
      <p:ext uri="{BB962C8B-B14F-4D97-AF65-F5344CB8AC3E}">
        <p14:creationId xmlns:p14="http://schemas.microsoft.com/office/powerpoint/2010/main" val="3771397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335725D-2C6D-195C-0495-0B9120CC0098}"/>
              </a:ext>
            </a:extLst>
          </p:cNvPr>
          <p:cNvSpPr>
            <a:spLocks noGrp="1"/>
          </p:cNvSpPr>
          <p:nvPr>
            <p:ph type="title"/>
          </p:nvPr>
        </p:nvSpPr>
        <p:spPr/>
        <p:txBody>
          <a:bodyPr/>
          <a:lstStyle/>
          <a:p>
            <a:r>
              <a:rPr lang="en-US">
                <a:ea typeface="Artifakt Legend"/>
              </a:rPr>
              <a:t>A Simple Harness</a:t>
            </a:r>
            <a:endParaRPr lang="en-US" dirty="0"/>
          </a:p>
        </p:txBody>
      </p:sp>
      <p:pic>
        <p:nvPicPr>
          <p:cNvPr id="10" name="Picture 9" descr="A screenshot of a computer program&#10;&#10;AI-generated content may be incorrect.">
            <a:extLst>
              <a:ext uri="{FF2B5EF4-FFF2-40B4-BE49-F238E27FC236}">
                <a16:creationId xmlns:a16="http://schemas.microsoft.com/office/drawing/2014/main" id="{664776EE-39EC-BC92-7C37-7681ADEC88C7}"/>
              </a:ext>
            </a:extLst>
          </p:cNvPr>
          <p:cNvPicPr>
            <a:picLocks noChangeAspect="1"/>
          </p:cNvPicPr>
          <p:nvPr/>
        </p:nvPicPr>
        <p:blipFill>
          <a:blip r:embed="rId2"/>
          <a:stretch>
            <a:fillRect/>
          </a:stretch>
        </p:blipFill>
        <p:spPr>
          <a:xfrm>
            <a:off x="3997985" y="2411647"/>
            <a:ext cx="1791705" cy="2549878"/>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EED4B288-1412-0E95-FA2C-E92A5E9EC45D}"/>
              </a:ext>
            </a:extLst>
          </p:cNvPr>
          <p:cNvPicPr>
            <a:picLocks noChangeAspect="1"/>
          </p:cNvPicPr>
          <p:nvPr/>
        </p:nvPicPr>
        <p:blipFill>
          <a:blip r:embed="rId3"/>
          <a:stretch>
            <a:fillRect/>
          </a:stretch>
        </p:blipFill>
        <p:spPr>
          <a:xfrm>
            <a:off x="3964615" y="2362362"/>
            <a:ext cx="1825178" cy="2512030"/>
          </a:xfrm>
          <a:prstGeom prst="rect">
            <a:avLst/>
          </a:prstGeom>
        </p:spPr>
      </p:pic>
      <p:pic>
        <p:nvPicPr>
          <p:cNvPr id="12" name="Picture 11" descr="A yellow object with a cross&#10;&#10;AI-generated content may be incorrect.">
            <a:extLst>
              <a:ext uri="{FF2B5EF4-FFF2-40B4-BE49-F238E27FC236}">
                <a16:creationId xmlns:a16="http://schemas.microsoft.com/office/drawing/2014/main" id="{D750DC17-942C-5E30-8E1B-0368393E742F}"/>
              </a:ext>
            </a:extLst>
          </p:cNvPr>
          <p:cNvPicPr>
            <a:picLocks noChangeAspect="1"/>
          </p:cNvPicPr>
          <p:nvPr/>
        </p:nvPicPr>
        <p:blipFill>
          <a:blip r:embed="rId4"/>
          <a:stretch>
            <a:fillRect/>
          </a:stretch>
        </p:blipFill>
        <p:spPr>
          <a:xfrm>
            <a:off x="7503228" y="2374004"/>
            <a:ext cx="2148443" cy="2109931"/>
          </a:xfrm>
          <a:prstGeom prst="rect">
            <a:avLst/>
          </a:prstGeom>
        </p:spPr>
      </p:pic>
      <p:pic>
        <p:nvPicPr>
          <p:cNvPr id="13" name="Picture 12" descr="A yellow pie chart with a pie chart in the middle&#10;&#10;AI-generated content may be incorrect.">
            <a:extLst>
              <a:ext uri="{FF2B5EF4-FFF2-40B4-BE49-F238E27FC236}">
                <a16:creationId xmlns:a16="http://schemas.microsoft.com/office/drawing/2014/main" id="{DE6C06A2-68FB-FDB2-62B6-260DC15A9D83}"/>
              </a:ext>
            </a:extLst>
          </p:cNvPr>
          <p:cNvPicPr>
            <a:picLocks noChangeAspect="1"/>
          </p:cNvPicPr>
          <p:nvPr/>
        </p:nvPicPr>
        <p:blipFill>
          <a:blip r:embed="rId5"/>
          <a:stretch>
            <a:fillRect/>
          </a:stretch>
        </p:blipFill>
        <p:spPr>
          <a:xfrm>
            <a:off x="7469306" y="2367337"/>
            <a:ext cx="2235686" cy="2123263"/>
          </a:xfrm>
          <a:prstGeom prst="rect">
            <a:avLst/>
          </a:prstGeom>
        </p:spPr>
      </p:pic>
      <p:pic>
        <p:nvPicPr>
          <p:cNvPr id="14" name="Picture 13" descr="A yellow object with a cross&#10;&#10;AI-generated content may be incorrect.">
            <a:extLst>
              <a:ext uri="{FF2B5EF4-FFF2-40B4-BE49-F238E27FC236}">
                <a16:creationId xmlns:a16="http://schemas.microsoft.com/office/drawing/2014/main" id="{25ECC82C-F97E-EF74-7636-A9A4DFE1BB8C}"/>
              </a:ext>
            </a:extLst>
          </p:cNvPr>
          <p:cNvPicPr>
            <a:picLocks noChangeAspect="1"/>
          </p:cNvPicPr>
          <p:nvPr/>
        </p:nvPicPr>
        <p:blipFill>
          <a:blip r:embed="rId6"/>
          <a:stretch>
            <a:fillRect/>
          </a:stretch>
        </p:blipFill>
        <p:spPr>
          <a:xfrm>
            <a:off x="7489790" y="2374004"/>
            <a:ext cx="2187135" cy="2104314"/>
          </a:xfrm>
          <a:prstGeom prst="rect">
            <a:avLst/>
          </a:prstGeom>
        </p:spPr>
      </p:pic>
      <p:pic>
        <p:nvPicPr>
          <p:cNvPr id="15" name="Picture 14" descr="A screenshot of a computer program&#10;&#10;AI-generated content may be incorrect.">
            <a:extLst>
              <a:ext uri="{FF2B5EF4-FFF2-40B4-BE49-F238E27FC236}">
                <a16:creationId xmlns:a16="http://schemas.microsoft.com/office/drawing/2014/main" id="{22F08569-1671-0857-520F-B5BC38C264F8}"/>
              </a:ext>
            </a:extLst>
          </p:cNvPr>
          <p:cNvPicPr>
            <a:picLocks noChangeAspect="1"/>
          </p:cNvPicPr>
          <p:nvPr/>
        </p:nvPicPr>
        <p:blipFill>
          <a:blip r:embed="rId7"/>
          <a:stretch>
            <a:fillRect/>
          </a:stretch>
        </p:blipFill>
        <p:spPr>
          <a:xfrm>
            <a:off x="3963856" y="2366609"/>
            <a:ext cx="1799070" cy="2585467"/>
          </a:xfrm>
          <a:prstGeom prst="rect">
            <a:avLst/>
          </a:prstGeom>
        </p:spPr>
      </p:pic>
      <p:pic>
        <p:nvPicPr>
          <p:cNvPr id="16" name="Picture 15" descr="A black and white logo&#10;&#10;AI-generated content may be incorrect.">
            <a:extLst>
              <a:ext uri="{FF2B5EF4-FFF2-40B4-BE49-F238E27FC236}">
                <a16:creationId xmlns:a16="http://schemas.microsoft.com/office/drawing/2014/main" id="{C19823FE-E4EA-FDE6-7F19-9207E2D2685A}"/>
              </a:ext>
            </a:extLst>
          </p:cNvPr>
          <p:cNvPicPr>
            <a:picLocks noChangeAspect="1"/>
          </p:cNvPicPr>
          <p:nvPr/>
        </p:nvPicPr>
        <p:blipFill>
          <a:blip r:embed="rId8"/>
          <a:stretch>
            <a:fillRect/>
          </a:stretch>
        </p:blipFill>
        <p:spPr>
          <a:xfrm>
            <a:off x="2816959" y="3114208"/>
            <a:ext cx="681459" cy="671724"/>
          </a:xfrm>
          <a:prstGeom prst="rect">
            <a:avLst/>
          </a:prstGeom>
        </p:spPr>
      </p:pic>
      <p:sp>
        <p:nvSpPr>
          <p:cNvPr id="17" name="TextBox 16">
            <a:extLst>
              <a:ext uri="{FF2B5EF4-FFF2-40B4-BE49-F238E27FC236}">
                <a16:creationId xmlns:a16="http://schemas.microsoft.com/office/drawing/2014/main" id="{E84E2125-1CCB-9B90-A05F-736C25B13613}"/>
              </a:ext>
            </a:extLst>
          </p:cNvPr>
          <p:cNvSpPr txBox="1"/>
          <p:nvPr/>
        </p:nvSpPr>
        <p:spPr>
          <a:xfrm>
            <a:off x="6145310" y="3876230"/>
            <a:ext cx="1053101" cy="246221"/>
          </a:xfrm>
          <a:prstGeom prst="rect">
            <a:avLst/>
          </a:prstGeom>
          <a:noFill/>
        </p:spPr>
        <p:txBody>
          <a:bodyPr wrap="square" lIns="0" tIns="0" rIns="0" bIns="0" rtlCol="0">
            <a:spAutoFit/>
          </a:bodyPr>
          <a:lstStyle/>
          <a:p>
            <a:pPr algn="l"/>
            <a:r>
              <a:rPr lang="en-US" sz="1600" err="1"/>
              <a:t>CadQuery</a:t>
            </a:r>
            <a:endParaRPr lang="en-US" sz="1600"/>
          </a:p>
        </p:txBody>
      </p:sp>
      <p:sp>
        <p:nvSpPr>
          <p:cNvPr id="18" name="TextBox 17">
            <a:extLst>
              <a:ext uri="{FF2B5EF4-FFF2-40B4-BE49-F238E27FC236}">
                <a16:creationId xmlns:a16="http://schemas.microsoft.com/office/drawing/2014/main" id="{2C8B3AD8-17C7-CC4D-72D4-20A55BDC0FE8}"/>
              </a:ext>
            </a:extLst>
          </p:cNvPr>
          <p:cNvSpPr txBox="1"/>
          <p:nvPr/>
        </p:nvSpPr>
        <p:spPr>
          <a:xfrm>
            <a:off x="2926933" y="3816288"/>
            <a:ext cx="411423" cy="240283"/>
          </a:xfrm>
          <a:prstGeom prst="rect">
            <a:avLst/>
          </a:prstGeom>
          <a:noFill/>
        </p:spPr>
        <p:txBody>
          <a:bodyPr wrap="square" lIns="0" tIns="0" rIns="0" bIns="0" rtlCol="0">
            <a:spAutoFit/>
          </a:bodyPr>
          <a:lstStyle/>
          <a:p>
            <a:pPr algn="l"/>
            <a:r>
              <a:rPr lang="en-US" sz="1600"/>
              <a:t>VLM</a:t>
            </a:r>
          </a:p>
        </p:txBody>
      </p:sp>
      <p:sp>
        <p:nvSpPr>
          <p:cNvPr id="19" name="Rounded Rectangle 12">
            <a:extLst>
              <a:ext uri="{FF2B5EF4-FFF2-40B4-BE49-F238E27FC236}">
                <a16:creationId xmlns:a16="http://schemas.microsoft.com/office/drawing/2014/main" id="{80B10F6F-F037-5C0A-CB65-A254A45694FF}"/>
              </a:ext>
            </a:extLst>
          </p:cNvPr>
          <p:cNvSpPr/>
          <p:nvPr/>
        </p:nvSpPr>
        <p:spPr>
          <a:xfrm>
            <a:off x="2701250" y="2189531"/>
            <a:ext cx="7263947" cy="3142561"/>
          </a:xfrm>
          <a:prstGeom prst="roundRect">
            <a:avLst/>
          </a:prstGeom>
          <a:noFill/>
          <a:ln w="38100">
            <a:solidFill>
              <a:schemeClr val="accent5"/>
            </a:solidFill>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err="1"/>
          </a:p>
        </p:txBody>
      </p:sp>
      <p:cxnSp>
        <p:nvCxnSpPr>
          <p:cNvPr id="20" name="Straight Arrow Connector 19">
            <a:extLst>
              <a:ext uri="{FF2B5EF4-FFF2-40B4-BE49-F238E27FC236}">
                <a16:creationId xmlns:a16="http://schemas.microsoft.com/office/drawing/2014/main" id="{747D3AB7-D643-F143-4488-EEDE2E03B70D}"/>
              </a:ext>
            </a:extLst>
          </p:cNvPr>
          <p:cNvCxnSpPr>
            <a:cxnSpLocks/>
          </p:cNvCxnSpPr>
          <p:nvPr/>
        </p:nvCxnSpPr>
        <p:spPr>
          <a:xfrm>
            <a:off x="3584912" y="3470838"/>
            <a:ext cx="26345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C6C83EF-76A4-EBFF-AD4A-193084B748B5}"/>
              </a:ext>
            </a:extLst>
          </p:cNvPr>
          <p:cNvCxnSpPr>
            <a:cxnSpLocks/>
          </p:cNvCxnSpPr>
          <p:nvPr/>
        </p:nvCxnSpPr>
        <p:spPr>
          <a:xfrm>
            <a:off x="5817702" y="3466447"/>
            <a:ext cx="26345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A blue and yellow snake logo&#10;&#10;AI-generated content may be incorrect.">
            <a:extLst>
              <a:ext uri="{FF2B5EF4-FFF2-40B4-BE49-F238E27FC236}">
                <a16:creationId xmlns:a16="http://schemas.microsoft.com/office/drawing/2014/main" id="{FFF24C4C-29E8-9171-5232-C47C1BA28AC6}"/>
              </a:ext>
            </a:extLst>
          </p:cNvPr>
          <p:cNvPicPr>
            <a:picLocks noChangeAspect="1"/>
          </p:cNvPicPr>
          <p:nvPr/>
        </p:nvPicPr>
        <p:blipFill>
          <a:blip r:embed="rId9"/>
          <a:stretch>
            <a:fillRect/>
          </a:stretch>
        </p:blipFill>
        <p:spPr>
          <a:xfrm>
            <a:off x="6187316" y="2942203"/>
            <a:ext cx="867561" cy="941924"/>
          </a:xfrm>
          <a:prstGeom prst="rect">
            <a:avLst/>
          </a:prstGeom>
        </p:spPr>
      </p:pic>
      <p:cxnSp>
        <p:nvCxnSpPr>
          <p:cNvPr id="23" name="Straight Arrow Connector 22">
            <a:extLst>
              <a:ext uri="{FF2B5EF4-FFF2-40B4-BE49-F238E27FC236}">
                <a16:creationId xmlns:a16="http://schemas.microsoft.com/office/drawing/2014/main" id="{ADA4C91C-99FA-FCA6-2682-8D34693C54B8}"/>
              </a:ext>
            </a:extLst>
          </p:cNvPr>
          <p:cNvCxnSpPr>
            <a:cxnSpLocks/>
          </p:cNvCxnSpPr>
          <p:nvPr/>
        </p:nvCxnSpPr>
        <p:spPr>
          <a:xfrm>
            <a:off x="7103112" y="3466447"/>
            <a:ext cx="26345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urved Connector 17">
            <a:extLst>
              <a:ext uri="{FF2B5EF4-FFF2-40B4-BE49-F238E27FC236}">
                <a16:creationId xmlns:a16="http://schemas.microsoft.com/office/drawing/2014/main" id="{91D951B0-3309-E298-D3A6-B49F326C3AB8}"/>
              </a:ext>
            </a:extLst>
          </p:cNvPr>
          <p:cNvCxnSpPr>
            <a:cxnSpLocks/>
          </p:cNvCxnSpPr>
          <p:nvPr/>
        </p:nvCxnSpPr>
        <p:spPr>
          <a:xfrm rot="5400000" flipH="1">
            <a:off x="5420093" y="1871593"/>
            <a:ext cx="833488" cy="5444805"/>
          </a:xfrm>
          <a:prstGeom prst="curvedConnector3">
            <a:avLst>
              <a:gd name="adj1" fmla="val -5295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6" name="Picture 25" descr="A grey object with a cross&#10;&#10;AI-generated content may be incorrect.">
            <a:extLst>
              <a:ext uri="{FF2B5EF4-FFF2-40B4-BE49-F238E27FC236}">
                <a16:creationId xmlns:a16="http://schemas.microsoft.com/office/drawing/2014/main" id="{DFD28067-B25A-49E1-58A3-F4757F683E67}"/>
              </a:ext>
            </a:extLst>
          </p:cNvPr>
          <p:cNvPicPr>
            <a:picLocks noChangeAspect="1"/>
          </p:cNvPicPr>
          <p:nvPr/>
        </p:nvPicPr>
        <p:blipFill>
          <a:blip r:embed="rId10"/>
          <a:stretch>
            <a:fillRect/>
          </a:stretch>
        </p:blipFill>
        <p:spPr>
          <a:xfrm>
            <a:off x="165969" y="1533187"/>
            <a:ext cx="1950521" cy="1768394"/>
          </a:xfrm>
          <a:prstGeom prst="rect">
            <a:avLst/>
          </a:prstGeom>
        </p:spPr>
      </p:pic>
      <p:sp>
        <p:nvSpPr>
          <p:cNvPr id="28" name="TextBox 27">
            <a:extLst>
              <a:ext uri="{FF2B5EF4-FFF2-40B4-BE49-F238E27FC236}">
                <a16:creationId xmlns:a16="http://schemas.microsoft.com/office/drawing/2014/main" id="{362598EA-9ACD-8B59-AA6F-C95D1B421CC1}"/>
              </a:ext>
            </a:extLst>
          </p:cNvPr>
          <p:cNvSpPr txBox="1"/>
          <p:nvPr/>
        </p:nvSpPr>
        <p:spPr>
          <a:xfrm>
            <a:off x="807491" y="3260674"/>
            <a:ext cx="667476" cy="360425"/>
          </a:xfrm>
          <a:prstGeom prst="rect">
            <a:avLst/>
          </a:prstGeom>
          <a:noFill/>
        </p:spPr>
        <p:txBody>
          <a:bodyPr wrap="none" rtlCol="0">
            <a:spAutoFit/>
          </a:bodyPr>
          <a:lstStyle/>
          <a:p>
            <a:r>
              <a:rPr lang="en-US"/>
              <a:t>.step</a:t>
            </a:r>
          </a:p>
        </p:txBody>
      </p:sp>
      <p:cxnSp>
        <p:nvCxnSpPr>
          <p:cNvPr id="29" name="Straight Arrow Connector 28">
            <a:extLst>
              <a:ext uri="{FF2B5EF4-FFF2-40B4-BE49-F238E27FC236}">
                <a16:creationId xmlns:a16="http://schemas.microsoft.com/office/drawing/2014/main" id="{7CB2A043-8D5D-CE54-FBCD-E82DD4535E52}"/>
              </a:ext>
            </a:extLst>
          </p:cNvPr>
          <p:cNvCxnSpPr>
            <a:cxnSpLocks/>
          </p:cNvCxnSpPr>
          <p:nvPr/>
        </p:nvCxnSpPr>
        <p:spPr>
          <a:xfrm>
            <a:off x="2003872" y="2827713"/>
            <a:ext cx="669173" cy="6399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F94A913-0C16-5F37-0EC4-7C312C00B6C1}"/>
              </a:ext>
            </a:extLst>
          </p:cNvPr>
          <p:cNvCxnSpPr>
            <a:cxnSpLocks/>
          </p:cNvCxnSpPr>
          <p:nvPr/>
        </p:nvCxnSpPr>
        <p:spPr>
          <a:xfrm flipV="1">
            <a:off x="1872455" y="3577844"/>
            <a:ext cx="791433" cy="7685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8A4D806-9210-1528-8E82-439BB66EB9D4}"/>
              </a:ext>
            </a:extLst>
          </p:cNvPr>
          <p:cNvSpPr txBox="1"/>
          <p:nvPr/>
        </p:nvSpPr>
        <p:spPr>
          <a:xfrm>
            <a:off x="5740645" y="1852187"/>
            <a:ext cx="996801" cy="360425"/>
          </a:xfrm>
          <a:prstGeom prst="rect">
            <a:avLst/>
          </a:prstGeom>
          <a:noFill/>
        </p:spPr>
        <p:txBody>
          <a:bodyPr wrap="none" rtlCol="0">
            <a:spAutoFit/>
          </a:bodyPr>
          <a:lstStyle/>
          <a:p>
            <a:r>
              <a:rPr lang="en-US"/>
              <a:t>Harness</a:t>
            </a:r>
          </a:p>
        </p:txBody>
      </p:sp>
      <p:sp>
        <p:nvSpPr>
          <p:cNvPr id="32" name="TextBox 31">
            <a:extLst>
              <a:ext uri="{FF2B5EF4-FFF2-40B4-BE49-F238E27FC236}">
                <a16:creationId xmlns:a16="http://schemas.microsoft.com/office/drawing/2014/main" id="{BEC1C28F-B7C7-4D4D-B94F-1D97AC310C55}"/>
              </a:ext>
            </a:extLst>
          </p:cNvPr>
          <p:cNvSpPr txBox="1"/>
          <p:nvPr/>
        </p:nvSpPr>
        <p:spPr>
          <a:xfrm>
            <a:off x="10845252" y="4055369"/>
            <a:ext cx="667476" cy="360425"/>
          </a:xfrm>
          <a:prstGeom prst="rect">
            <a:avLst/>
          </a:prstGeom>
          <a:noFill/>
        </p:spPr>
        <p:txBody>
          <a:bodyPr wrap="none" rtlCol="0">
            <a:spAutoFit/>
          </a:bodyPr>
          <a:lstStyle/>
          <a:p>
            <a:r>
              <a:rPr lang="en-US" dirty="0"/>
              <a:t>.step</a:t>
            </a:r>
          </a:p>
        </p:txBody>
      </p:sp>
      <p:sp>
        <p:nvSpPr>
          <p:cNvPr id="33" name="TextBox 32">
            <a:extLst>
              <a:ext uri="{FF2B5EF4-FFF2-40B4-BE49-F238E27FC236}">
                <a16:creationId xmlns:a16="http://schemas.microsoft.com/office/drawing/2014/main" id="{B7C0E09B-75C7-5A20-430B-BE8E14C56CFB}"/>
              </a:ext>
            </a:extLst>
          </p:cNvPr>
          <p:cNvSpPr txBox="1"/>
          <p:nvPr/>
        </p:nvSpPr>
        <p:spPr>
          <a:xfrm>
            <a:off x="8310572" y="4529634"/>
            <a:ext cx="533755" cy="360425"/>
          </a:xfrm>
          <a:prstGeom prst="rect">
            <a:avLst/>
          </a:prstGeom>
          <a:noFill/>
        </p:spPr>
        <p:txBody>
          <a:bodyPr wrap="none" rtlCol="0">
            <a:spAutoFit/>
          </a:bodyPr>
          <a:lstStyle/>
          <a:p>
            <a:r>
              <a:rPr lang="en-US"/>
              <a:t>.jpg</a:t>
            </a:r>
          </a:p>
        </p:txBody>
      </p:sp>
      <p:sp>
        <p:nvSpPr>
          <p:cNvPr id="34" name="TextBox 33">
            <a:extLst>
              <a:ext uri="{FF2B5EF4-FFF2-40B4-BE49-F238E27FC236}">
                <a16:creationId xmlns:a16="http://schemas.microsoft.com/office/drawing/2014/main" id="{768AFEC1-1114-3BF4-F4DE-193241013E43}"/>
              </a:ext>
            </a:extLst>
          </p:cNvPr>
          <p:cNvSpPr txBox="1"/>
          <p:nvPr/>
        </p:nvSpPr>
        <p:spPr>
          <a:xfrm>
            <a:off x="807491" y="5727876"/>
            <a:ext cx="614271" cy="369332"/>
          </a:xfrm>
          <a:prstGeom prst="rect">
            <a:avLst/>
          </a:prstGeom>
          <a:noFill/>
        </p:spPr>
        <p:txBody>
          <a:bodyPr wrap="none" rtlCol="0">
            <a:spAutoFit/>
          </a:bodyPr>
          <a:lstStyle/>
          <a:p>
            <a:r>
              <a:rPr lang="en-US" dirty="0"/>
              <a:t>text</a:t>
            </a:r>
          </a:p>
        </p:txBody>
      </p:sp>
      <p:pic>
        <p:nvPicPr>
          <p:cNvPr id="35" name="Picture 34" descr="A close-up of a screw&#10;&#10;AI-generated content may be incorrect.">
            <a:extLst>
              <a:ext uri="{FF2B5EF4-FFF2-40B4-BE49-F238E27FC236}">
                <a16:creationId xmlns:a16="http://schemas.microsoft.com/office/drawing/2014/main" id="{0A7F34E3-3EC7-7C68-0C9A-147C9F840B1D}"/>
              </a:ext>
            </a:extLst>
          </p:cNvPr>
          <p:cNvPicPr>
            <a:picLocks noChangeAspect="1"/>
          </p:cNvPicPr>
          <p:nvPr/>
        </p:nvPicPr>
        <p:blipFill>
          <a:blip r:embed="rId11"/>
          <a:stretch>
            <a:fillRect/>
          </a:stretch>
        </p:blipFill>
        <p:spPr>
          <a:xfrm>
            <a:off x="10331949" y="2736965"/>
            <a:ext cx="1694082" cy="1416289"/>
          </a:xfrm>
          <a:prstGeom prst="rect">
            <a:avLst/>
          </a:prstGeom>
        </p:spPr>
      </p:pic>
      <p:cxnSp>
        <p:nvCxnSpPr>
          <p:cNvPr id="36" name="Straight Arrow Connector 35">
            <a:extLst>
              <a:ext uri="{FF2B5EF4-FFF2-40B4-BE49-F238E27FC236}">
                <a16:creationId xmlns:a16="http://schemas.microsoft.com/office/drawing/2014/main" id="{2BAFB139-E6DC-9445-B14F-2BF98C819ACF}"/>
              </a:ext>
            </a:extLst>
          </p:cNvPr>
          <p:cNvCxnSpPr>
            <a:cxnSpLocks/>
          </p:cNvCxnSpPr>
          <p:nvPr/>
        </p:nvCxnSpPr>
        <p:spPr>
          <a:xfrm>
            <a:off x="10020369" y="3577844"/>
            <a:ext cx="26345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0BDB35F1-7969-8CD8-B0DF-EECD9F5D1DC9}"/>
              </a:ext>
            </a:extLst>
          </p:cNvPr>
          <p:cNvSpPr/>
          <p:nvPr/>
        </p:nvSpPr>
        <p:spPr>
          <a:xfrm>
            <a:off x="171588" y="4127232"/>
            <a:ext cx="1950521" cy="155062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i="1" dirty="0">
                <a:solidFill>
                  <a:sysClr val="windowText" lastClr="000000"/>
                </a:solidFill>
              </a:rPr>
              <a:t>Add a connecting hole of 1.7 mm diameter and apply 0.1 mm grooves to increase grip and prevent slipping.</a:t>
            </a:r>
            <a:endParaRPr lang="en-US" sz="1200" dirty="0">
              <a:solidFill>
                <a:sysClr val="windowText" lastClr="000000"/>
              </a:solidFill>
            </a:endParaRPr>
          </a:p>
        </p:txBody>
      </p:sp>
    </p:spTree>
    <p:extLst>
      <p:ext uri="{BB962C8B-B14F-4D97-AF65-F5344CB8AC3E}">
        <p14:creationId xmlns:p14="http://schemas.microsoft.com/office/powerpoint/2010/main" val="12200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animBg="1"/>
      <p:bldP spid="31" grpId="0"/>
      <p:bldP spid="32" grpId="0"/>
      <p:bldP spid="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5C4D58-7FEC-4EFD-79E4-DF4F343AEF1E}"/>
              </a:ext>
            </a:extLst>
          </p:cNvPr>
          <p:cNvSpPr>
            <a:spLocks noGrp="1"/>
          </p:cNvSpPr>
          <p:nvPr>
            <p:ph type="body" sz="quarter" idx="38"/>
          </p:nvPr>
        </p:nvSpPr>
        <p:spPr/>
        <p:txBody>
          <a:bodyPr/>
          <a:lstStyle/>
          <a:p>
            <a:r>
              <a:rPr lang="en-US" dirty="0"/>
              <a:t>Maximize performance on automatic metrics</a:t>
            </a:r>
          </a:p>
        </p:txBody>
      </p:sp>
      <p:sp>
        <p:nvSpPr>
          <p:cNvPr id="3" name="Content Placeholder 2">
            <a:extLst>
              <a:ext uri="{FF2B5EF4-FFF2-40B4-BE49-F238E27FC236}">
                <a16:creationId xmlns:a16="http://schemas.microsoft.com/office/drawing/2014/main" id="{B7293A1B-92FB-C70F-2EFE-741429366459}"/>
              </a:ext>
            </a:extLst>
          </p:cNvPr>
          <p:cNvSpPr>
            <a:spLocks noGrp="1"/>
          </p:cNvSpPr>
          <p:nvPr>
            <p:ph sz="quarter" idx="51"/>
          </p:nvPr>
        </p:nvSpPr>
        <p:spPr>
          <a:xfrm>
            <a:off x="419100" y="1638300"/>
            <a:ext cx="4022271" cy="4260850"/>
          </a:xfrm>
        </p:spPr>
        <p:txBody>
          <a:bodyPr vert="horz" lIns="0" tIns="0" rIns="0" bIns="0" rtlCol="0" anchor="t">
            <a:normAutofit/>
          </a:bodyPr>
          <a:lstStyle/>
          <a:p>
            <a:pPr lvl="0"/>
            <a:r>
              <a:rPr lang="en-US" dirty="0"/>
              <a:t>Pass additional metadata about the CAD model and its current state</a:t>
            </a:r>
          </a:p>
          <a:p>
            <a:pPr lvl="0"/>
            <a:r>
              <a:rPr lang="en-US" dirty="0"/>
              <a:t>Use multiple agents to perform and guide different parts of the edit process</a:t>
            </a:r>
          </a:p>
          <a:p>
            <a:pPr lvl="0"/>
            <a:r>
              <a:rPr lang="en-US" dirty="0"/>
              <a:t>Provide proving tools to the VLM</a:t>
            </a:r>
          </a:p>
          <a:p>
            <a:pPr lvl="0"/>
            <a:r>
              <a:rPr lang="en-US" dirty="0"/>
              <a:t>Improve token efficiency</a:t>
            </a:r>
          </a:p>
          <a:p>
            <a:r>
              <a:rPr lang="en-US">
                <a:latin typeface="Artifakt Element"/>
              </a:rPr>
              <a:t>Reduce the cost of performing edits</a:t>
            </a:r>
            <a:endParaRPr lang="en-US"/>
          </a:p>
        </p:txBody>
      </p:sp>
      <p:sp>
        <p:nvSpPr>
          <p:cNvPr id="4" name="Title 3">
            <a:extLst>
              <a:ext uri="{FF2B5EF4-FFF2-40B4-BE49-F238E27FC236}">
                <a16:creationId xmlns:a16="http://schemas.microsoft.com/office/drawing/2014/main" id="{2B7EC844-8146-0829-DC18-40ADD7EE3C2D}"/>
              </a:ext>
            </a:extLst>
          </p:cNvPr>
          <p:cNvSpPr>
            <a:spLocks noGrp="1"/>
          </p:cNvSpPr>
          <p:nvPr>
            <p:ph type="title"/>
          </p:nvPr>
        </p:nvSpPr>
        <p:spPr/>
        <p:txBody>
          <a:bodyPr/>
          <a:lstStyle/>
          <a:p>
            <a:r>
              <a:rPr lang="en-US" dirty="0"/>
              <a:t>Room for Improvement</a:t>
            </a:r>
          </a:p>
        </p:txBody>
      </p:sp>
      <p:sp>
        <p:nvSpPr>
          <p:cNvPr id="6" name="Slide Number Placeholder 5">
            <a:extLst>
              <a:ext uri="{FF2B5EF4-FFF2-40B4-BE49-F238E27FC236}">
                <a16:creationId xmlns:a16="http://schemas.microsoft.com/office/drawing/2014/main" id="{B1BC45B6-7072-BD2F-6DFC-F55A84098337}"/>
              </a:ext>
            </a:extLst>
          </p:cNvPr>
          <p:cNvSpPr>
            <a:spLocks noGrp="1"/>
          </p:cNvSpPr>
          <p:nvPr>
            <p:ph type="sldNum" sz="quarter" idx="4"/>
          </p:nvPr>
        </p:nvSpPr>
        <p:spPr/>
        <p:txBody>
          <a:bodyPr/>
          <a:lstStyle/>
          <a:p>
            <a:fld id="{D425CD52-4183-C145-916A-AE90310D9D4E}" type="slidenum">
              <a:rPr lang="en-US" smtClean="0"/>
              <a:pPr/>
              <a:t>10</a:t>
            </a:fld>
            <a:endParaRPr lang="en-US"/>
          </a:p>
        </p:txBody>
      </p:sp>
      <p:pic>
        <p:nvPicPr>
          <p:cNvPr id="23" name="Picture 22">
            <a:extLst>
              <a:ext uri="{FF2B5EF4-FFF2-40B4-BE49-F238E27FC236}">
                <a16:creationId xmlns:a16="http://schemas.microsoft.com/office/drawing/2014/main" id="{31204B08-6EEE-CE71-E1F9-E3CB21A79ACA}"/>
              </a:ext>
            </a:extLst>
          </p:cNvPr>
          <p:cNvPicPr>
            <a:picLocks noChangeAspect="1"/>
          </p:cNvPicPr>
          <p:nvPr/>
        </p:nvPicPr>
        <p:blipFill>
          <a:blip r:embed="rId3"/>
          <a:stretch>
            <a:fillRect/>
          </a:stretch>
        </p:blipFill>
        <p:spPr>
          <a:xfrm>
            <a:off x="4792831" y="1580037"/>
            <a:ext cx="6991181" cy="4183552"/>
          </a:xfrm>
          <a:prstGeom prst="rect">
            <a:avLst/>
          </a:prstGeom>
        </p:spPr>
      </p:pic>
    </p:spTree>
    <p:extLst>
      <p:ext uri="{BB962C8B-B14F-4D97-AF65-F5344CB8AC3E}">
        <p14:creationId xmlns:p14="http://schemas.microsoft.com/office/powerpoint/2010/main" val="3188041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915AF-C7BF-1AB0-1FEF-D7FAD3D1340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46E4A78-E8D6-C3DB-D05B-F895EA514F66}"/>
              </a:ext>
            </a:extLst>
          </p:cNvPr>
          <p:cNvSpPr>
            <a:spLocks noGrp="1"/>
          </p:cNvSpPr>
          <p:nvPr>
            <p:ph type="body" sz="quarter" idx="11"/>
          </p:nvPr>
        </p:nvSpPr>
        <p:spPr/>
        <p:txBody>
          <a:bodyPr/>
          <a:lstStyle/>
          <a:p>
            <a:r>
              <a:rPr lang="en-US" dirty="0"/>
              <a:t>The Benchmark</a:t>
            </a:r>
          </a:p>
        </p:txBody>
      </p:sp>
      <p:sp>
        <p:nvSpPr>
          <p:cNvPr id="5" name="Text Placeholder 4">
            <a:extLst>
              <a:ext uri="{FF2B5EF4-FFF2-40B4-BE49-F238E27FC236}">
                <a16:creationId xmlns:a16="http://schemas.microsoft.com/office/drawing/2014/main" id="{C4DCE9F7-D23D-3EAC-5C36-52206F7D2176}"/>
              </a:ext>
            </a:extLst>
          </p:cNvPr>
          <p:cNvSpPr>
            <a:spLocks noGrp="1"/>
          </p:cNvSpPr>
          <p:nvPr>
            <p:ph type="body" sz="quarter" idx="12"/>
          </p:nvPr>
        </p:nvSpPr>
        <p:spPr>
          <a:xfrm>
            <a:off x="770413" y="1989200"/>
            <a:ext cx="4722862" cy="585788"/>
          </a:xfrm>
        </p:spPr>
        <p:txBody>
          <a:bodyPr/>
          <a:lstStyle/>
          <a:p>
            <a:endParaRPr lang="en-US" dirty="0"/>
          </a:p>
        </p:txBody>
      </p:sp>
    </p:spTree>
    <p:extLst>
      <p:ext uri="{BB962C8B-B14F-4D97-AF65-F5344CB8AC3E}">
        <p14:creationId xmlns:p14="http://schemas.microsoft.com/office/powerpoint/2010/main" val="3785983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1E0DC-F825-F9E4-8E04-45C3091BD4C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0E73571-9704-DBB4-2181-24F380B6FFF3}"/>
              </a:ext>
            </a:extLst>
          </p:cNvPr>
          <p:cNvSpPr>
            <a:spLocks noGrp="1"/>
          </p:cNvSpPr>
          <p:nvPr>
            <p:ph type="title"/>
          </p:nvPr>
        </p:nvSpPr>
        <p:spPr/>
        <p:txBody>
          <a:bodyPr/>
          <a:lstStyle/>
          <a:p>
            <a:r>
              <a:rPr lang="en-US" dirty="0"/>
              <a:t>Benchmark</a:t>
            </a:r>
          </a:p>
        </p:txBody>
      </p:sp>
      <p:sp>
        <p:nvSpPr>
          <p:cNvPr id="6" name="Content Placeholder 5">
            <a:extLst>
              <a:ext uri="{FF2B5EF4-FFF2-40B4-BE49-F238E27FC236}">
                <a16:creationId xmlns:a16="http://schemas.microsoft.com/office/drawing/2014/main" id="{FD46CF59-D2B4-C44C-D7C8-72DA78D073DC}"/>
              </a:ext>
            </a:extLst>
          </p:cNvPr>
          <p:cNvSpPr>
            <a:spLocks noGrp="1"/>
          </p:cNvSpPr>
          <p:nvPr>
            <p:ph sz="quarter" idx="51"/>
          </p:nvPr>
        </p:nvSpPr>
        <p:spPr>
          <a:xfrm>
            <a:off x="419099" y="1638300"/>
            <a:ext cx="4029147" cy="4260850"/>
          </a:xfrm>
        </p:spPr>
        <p:txBody>
          <a:bodyPr vert="horz" lIns="0" tIns="0" rIns="0" bIns="0" rtlCol="0" anchor="t">
            <a:noAutofit/>
          </a:bodyPr>
          <a:lstStyle/>
          <a:p>
            <a:r>
              <a:rPr lang="en-US" dirty="0"/>
              <a:t>48 edit requests total</a:t>
            </a:r>
          </a:p>
          <a:p>
            <a:pPr lvl="1"/>
            <a:r>
              <a:rPr lang="en-US" dirty="0">
                <a:latin typeface="Artifakt Element"/>
              </a:rPr>
              <a:t>Text-conditioned edits only (not video/drawing)</a:t>
            </a:r>
          </a:p>
          <a:p>
            <a:pPr lvl="1"/>
            <a:r>
              <a:rPr lang="en-US" dirty="0">
                <a:latin typeface="Artifakt Element"/>
              </a:rPr>
              <a:t>Collected from expert designers</a:t>
            </a:r>
          </a:p>
          <a:p>
            <a:pPr lvl="1"/>
            <a:r>
              <a:rPr lang="en-US" dirty="0">
                <a:latin typeface="Artifakt Element"/>
              </a:rPr>
              <a:t>Some assemblies, some single components</a:t>
            </a:r>
          </a:p>
          <a:p>
            <a:pPr lvl="1"/>
            <a:r>
              <a:rPr lang="en-US" dirty="0">
                <a:latin typeface="Artifakt Element"/>
              </a:rPr>
              <a:t>Expected to take human designers between 2 and 10 minutes each</a:t>
            </a:r>
          </a:p>
          <a:p>
            <a:r>
              <a:rPr lang="en-US" dirty="0"/>
              <a:t>Link for download in repo</a:t>
            </a:r>
          </a:p>
          <a:p>
            <a:r>
              <a:rPr lang="en-US" dirty="0"/>
              <a:t>3 automatic evaluation scripts</a:t>
            </a:r>
          </a:p>
        </p:txBody>
      </p:sp>
      <p:pic>
        <p:nvPicPr>
          <p:cNvPr id="8" name="drawing">
            <a:extLst>
              <a:ext uri="{FF2B5EF4-FFF2-40B4-BE49-F238E27FC236}">
                <a16:creationId xmlns:a16="http://schemas.microsoft.com/office/drawing/2014/main" id="{94485752-8D88-A99D-E7DC-6E088FD243B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910030" y="2158881"/>
            <a:ext cx="6400800" cy="2952750"/>
          </a:xfrm>
          <a:prstGeom prst="rect">
            <a:avLst/>
          </a:prstGeom>
        </p:spPr>
      </p:pic>
    </p:spTree>
    <p:extLst>
      <p:ext uri="{BB962C8B-B14F-4D97-AF65-F5344CB8AC3E}">
        <p14:creationId xmlns:p14="http://schemas.microsoft.com/office/powerpoint/2010/main" val="2702049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2628D-138B-5DCB-9918-920EA23D955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9033D0C-D41F-9752-6431-A2046D0D4AEF}"/>
              </a:ext>
            </a:extLst>
          </p:cNvPr>
          <p:cNvSpPr>
            <a:spLocks noGrp="1"/>
          </p:cNvSpPr>
          <p:nvPr>
            <p:ph type="body" sz="quarter" idx="11"/>
          </p:nvPr>
        </p:nvSpPr>
        <p:spPr/>
        <p:txBody>
          <a:bodyPr/>
          <a:lstStyle/>
          <a:p>
            <a:r>
              <a:rPr lang="en-US" dirty="0"/>
              <a:t>Submission Details</a:t>
            </a:r>
          </a:p>
        </p:txBody>
      </p:sp>
      <p:sp>
        <p:nvSpPr>
          <p:cNvPr id="5" name="Text Placeholder 4">
            <a:extLst>
              <a:ext uri="{FF2B5EF4-FFF2-40B4-BE49-F238E27FC236}">
                <a16:creationId xmlns:a16="http://schemas.microsoft.com/office/drawing/2014/main" id="{04BA3090-5036-2B16-E0F2-639C71FF8CE5}"/>
              </a:ext>
            </a:extLst>
          </p:cNvPr>
          <p:cNvSpPr>
            <a:spLocks noGrp="1"/>
          </p:cNvSpPr>
          <p:nvPr>
            <p:ph type="body" sz="quarter" idx="12"/>
          </p:nvPr>
        </p:nvSpPr>
        <p:spPr>
          <a:xfrm>
            <a:off x="770413" y="1989200"/>
            <a:ext cx="4722862" cy="585788"/>
          </a:xfrm>
        </p:spPr>
        <p:txBody>
          <a:bodyPr/>
          <a:lstStyle/>
          <a:p>
            <a:endParaRPr lang="en-US" dirty="0"/>
          </a:p>
        </p:txBody>
      </p:sp>
    </p:spTree>
    <p:extLst>
      <p:ext uri="{BB962C8B-B14F-4D97-AF65-F5344CB8AC3E}">
        <p14:creationId xmlns:p14="http://schemas.microsoft.com/office/powerpoint/2010/main" val="4075114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1B4BE7CC-3A9B-5014-10E8-5746489D61FA}"/>
              </a:ext>
            </a:extLst>
          </p:cNvPr>
          <p:cNvSpPr>
            <a:spLocks noGrp="1"/>
          </p:cNvSpPr>
          <p:nvPr>
            <p:ph sz="quarter" idx="51"/>
          </p:nvPr>
        </p:nvSpPr>
        <p:spPr>
          <a:xfrm>
            <a:off x="419100" y="1638300"/>
            <a:ext cx="5527938" cy="4260850"/>
          </a:xfrm>
        </p:spPr>
        <p:txBody>
          <a:bodyPr vert="horz" lIns="0" tIns="0" rIns="0" bIns="0" rtlCol="0" anchor="t">
            <a:normAutofit fontScale="85000" lnSpcReduction="20000"/>
          </a:bodyPr>
          <a:lstStyle/>
          <a:p>
            <a:pPr lvl="0"/>
            <a:r>
              <a:rPr lang="en-US" dirty="0"/>
              <a:t>Code</a:t>
            </a:r>
          </a:p>
          <a:p>
            <a:pPr lvl="1"/>
            <a:r>
              <a:rPr lang="en-US" dirty="0"/>
              <a:t>Submit your final code as a pull request to our repository</a:t>
            </a:r>
          </a:p>
          <a:p>
            <a:pPr lvl="0"/>
            <a:r>
              <a:rPr lang="en-US" dirty="0"/>
              <a:t>Output CAD files (.step and .</a:t>
            </a:r>
            <a:r>
              <a:rPr lang="en-US" dirty="0" err="1"/>
              <a:t>stl</a:t>
            </a:r>
            <a:r>
              <a:rPr lang="en-US" dirty="0"/>
              <a:t>)</a:t>
            </a:r>
          </a:p>
          <a:p>
            <a:pPr lvl="1"/>
            <a:r>
              <a:rPr lang="en-US" dirty="0"/>
              <a:t>Include in the repository</a:t>
            </a:r>
          </a:p>
          <a:p>
            <a:pPr lvl="0"/>
            <a:r>
              <a:rPr lang="en-US" dirty="0"/>
              <a:t>Scores (computed by code we provide):</a:t>
            </a:r>
          </a:p>
          <a:p>
            <a:pPr lvl="1"/>
            <a:r>
              <a:rPr lang="en-US">
                <a:latin typeface="Artifakt Element"/>
                <a:ea typeface="Artifakt Element"/>
              </a:rPr>
              <a:t>Surface chamfer similarity,</a:t>
            </a:r>
          </a:p>
          <a:p>
            <a:pPr lvl="1"/>
            <a:r>
              <a:rPr lang="en-US">
                <a:latin typeface="Artifakt Element"/>
                <a:ea typeface="Artifakt Element"/>
              </a:rPr>
              <a:t>Volumetric F1 similarity,</a:t>
            </a:r>
            <a:endParaRPr lang="en-US" dirty="0">
              <a:ea typeface="Artifakt Element"/>
            </a:endParaRPr>
          </a:p>
          <a:p>
            <a:pPr lvl="1"/>
            <a:r>
              <a:rPr lang="en-US">
                <a:latin typeface="Artifakt Element"/>
                <a:ea typeface="Artifakt Element"/>
              </a:rPr>
              <a:t>Volumetric </a:t>
            </a:r>
            <a:r>
              <a:rPr lang="en-US" i="1">
                <a:latin typeface="Artifakt Element"/>
                <a:ea typeface="Artifakt Element"/>
              </a:rPr>
              <a:t>Difference </a:t>
            </a:r>
            <a:r>
              <a:rPr lang="en-US">
                <a:latin typeface="Artifakt Element"/>
                <a:ea typeface="Artifakt Element"/>
              </a:rPr>
              <a:t>F1 similarity &lt;-- most important!</a:t>
            </a:r>
            <a:endParaRPr lang="en-US"/>
          </a:p>
          <a:p>
            <a:pPr>
              <a:buFont typeface="Wingdings 2" panose="02070309020205020404" pitchFamily="49" charset="0"/>
              <a:buChar char=""/>
            </a:pPr>
            <a:r>
              <a:rPr lang="en-US">
                <a:latin typeface="Artifakt Element"/>
              </a:rPr>
              <a:t>Final presentation</a:t>
            </a:r>
            <a:endParaRPr lang="en-US"/>
          </a:p>
          <a:p>
            <a:pPr lvl="1"/>
            <a:r>
              <a:rPr lang="en-US" dirty="0">
                <a:latin typeface="Artifakt Element"/>
              </a:rPr>
              <a:t>Include a PDF of the presentation in your repository</a:t>
            </a:r>
          </a:p>
          <a:p>
            <a:pPr lvl="1"/>
            <a:r>
              <a:rPr lang="en-US" dirty="0">
                <a:latin typeface="Artifakt Element"/>
              </a:rPr>
              <a:t>Include overview of your method, final scores (metric_bar_facets.png), images of the 5 selected test examples for qualitative evaluation on 1 slide</a:t>
            </a:r>
            <a:endParaRPr lang="en-US">
              <a:latin typeface="Artifakt Element"/>
            </a:endParaRPr>
          </a:p>
        </p:txBody>
      </p:sp>
      <p:sp>
        <p:nvSpPr>
          <p:cNvPr id="5" name="Title 4">
            <a:extLst>
              <a:ext uri="{FF2B5EF4-FFF2-40B4-BE49-F238E27FC236}">
                <a16:creationId xmlns:a16="http://schemas.microsoft.com/office/drawing/2014/main" id="{FDB08426-64FA-B37E-FFB0-939F11EC3D43}"/>
              </a:ext>
            </a:extLst>
          </p:cNvPr>
          <p:cNvSpPr>
            <a:spLocks noGrp="1"/>
          </p:cNvSpPr>
          <p:nvPr>
            <p:ph type="title"/>
          </p:nvPr>
        </p:nvSpPr>
        <p:spPr/>
        <p:txBody>
          <a:bodyPr/>
          <a:lstStyle/>
          <a:p>
            <a:r>
              <a:rPr lang="en-US" dirty="0"/>
              <a:t>Submission Details</a:t>
            </a:r>
          </a:p>
        </p:txBody>
      </p:sp>
      <p:graphicFrame>
        <p:nvGraphicFramePr>
          <p:cNvPr id="8" name="Content Placeholder 1">
            <a:extLst>
              <a:ext uri="{FF2B5EF4-FFF2-40B4-BE49-F238E27FC236}">
                <a16:creationId xmlns:a16="http://schemas.microsoft.com/office/drawing/2014/main" id="{BE684A78-547A-2A9B-F2C1-40B8678F961B}"/>
              </a:ext>
            </a:extLst>
          </p:cNvPr>
          <p:cNvGraphicFramePr>
            <a:graphicFrameLocks/>
          </p:cNvGraphicFramePr>
          <p:nvPr>
            <p:extLst>
              <p:ext uri="{D42A27DB-BD31-4B8C-83A1-F6EECF244321}">
                <p14:modId xmlns:p14="http://schemas.microsoft.com/office/powerpoint/2010/main" val="3873850040"/>
              </p:ext>
            </p:extLst>
          </p:nvPr>
        </p:nvGraphicFramePr>
        <p:xfrm>
          <a:off x="6249221" y="1499335"/>
          <a:ext cx="5527674" cy="3219116"/>
        </p:xfrm>
        <a:graphic>
          <a:graphicData uri="http://schemas.openxmlformats.org/drawingml/2006/table">
            <a:tbl>
              <a:tblPr firstRow="1" firstCol="1" bandRow="1">
                <a:tableStyleId>{073A0DAA-6AF3-43AB-8588-CEC1D06C72B9}</a:tableStyleId>
              </a:tblPr>
              <a:tblGrid>
                <a:gridCol w="1726369">
                  <a:extLst>
                    <a:ext uri="{9D8B030D-6E8A-4147-A177-3AD203B41FA5}">
                      <a16:colId xmlns:a16="http://schemas.microsoft.com/office/drawing/2014/main" val="3565308990"/>
                    </a:ext>
                  </a:extLst>
                </a:gridCol>
                <a:gridCol w="1958564">
                  <a:extLst>
                    <a:ext uri="{9D8B030D-6E8A-4147-A177-3AD203B41FA5}">
                      <a16:colId xmlns:a16="http://schemas.microsoft.com/office/drawing/2014/main" val="3119518915"/>
                    </a:ext>
                  </a:extLst>
                </a:gridCol>
                <a:gridCol w="1842741">
                  <a:extLst>
                    <a:ext uri="{9D8B030D-6E8A-4147-A177-3AD203B41FA5}">
                      <a16:colId xmlns:a16="http://schemas.microsoft.com/office/drawing/2014/main" val="3426500482"/>
                    </a:ext>
                  </a:extLst>
                </a:gridCol>
              </a:tblGrid>
              <a:tr h="171539">
                <a:tc>
                  <a:txBody>
                    <a:bodyPr/>
                    <a:lstStyle/>
                    <a:p>
                      <a:pPr marL="0" marR="0">
                        <a:lnSpc>
                          <a:spcPct val="115000"/>
                        </a:lnSpc>
                        <a:spcAft>
                          <a:spcPts val="800"/>
                        </a:spcAft>
                        <a:buNone/>
                      </a:pPr>
                      <a:r>
                        <a:rPr lang="en-US" sz="1000" kern="100" dirty="0">
                          <a:effectLst/>
                        </a:rPr>
                        <a:t>Category</a:t>
                      </a:r>
                      <a:endParaRPr lang="en-US" sz="1000" kern="100" dirty="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tc>
                  <a:txBody>
                    <a:bodyPr/>
                    <a:lstStyle/>
                    <a:p>
                      <a:pPr marL="0" marR="0">
                        <a:lnSpc>
                          <a:spcPct val="115000"/>
                        </a:lnSpc>
                        <a:spcAft>
                          <a:spcPts val="800"/>
                        </a:spcAft>
                        <a:buNone/>
                      </a:pPr>
                      <a:r>
                        <a:rPr lang="en-US" sz="1000" kern="100">
                          <a:effectLst/>
                        </a:rPr>
                        <a:t>Criteria</a:t>
                      </a:r>
                      <a:endParaRPr lang="en-US" sz="1000" kern="10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tc>
                  <a:txBody>
                    <a:bodyPr/>
                    <a:lstStyle/>
                    <a:p>
                      <a:pPr marL="0" marR="0">
                        <a:lnSpc>
                          <a:spcPct val="115000"/>
                        </a:lnSpc>
                        <a:spcAft>
                          <a:spcPts val="800"/>
                        </a:spcAft>
                        <a:buNone/>
                      </a:pPr>
                      <a:r>
                        <a:rPr lang="en-US" sz="1000" kern="100">
                          <a:effectLst/>
                        </a:rPr>
                        <a:t>Score</a:t>
                      </a:r>
                      <a:endParaRPr lang="en-US" sz="1000" kern="10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extLst>
                  <a:ext uri="{0D108BD9-81ED-4DB2-BD59-A6C34878D82A}">
                    <a16:rowId xmlns:a16="http://schemas.microsoft.com/office/drawing/2014/main" val="1076718015"/>
                  </a:ext>
                </a:extLst>
              </a:tr>
              <a:tr h="1256215">
                <a:tc>
                  <a:txBody>
                    <a:bodyPr/>
                    <a:lstStyle/>
                    <a:p>
                      <a:pPr marL="0" marR="0">
                        <a:lnSpc>
                          <a:spcPct val="115000"/>
                        </a:lnSpc>
                        <a:spcAft>
                          <a:spcPts val="800"/>
                        </a:spcAft>
                        <a:buNone/>
                      </a:pPr>
                      <a:r>
                        <a:rPr lang="en-US" sz="1000" kern="100">
                          <a:effectLst/>
                        </a:rPr>
                        <a:t>Quantitative Evaluation (40%)</a:t>
                      </a:r>
                      <a:endParaRPr lang="en-US" sz="1000" kern="10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tc>
                  <a:txBody>
                    <a:bodyPr/>
                    <a:lstStyle/>
                    <a:p>
                      <a:pPr marL="0" marR="0">
                        <a:lnSpc>
                          <a:spcPct val="115000"/>
                        </a:lnSpc>
                        <a:spcAft>
                          <a:spcPts val="800"/>
                        </a:spcAft>
                        <a:buNone/>
                      </a:pPr>
                      <a:r>
                        <a:rPr lang="en-US" sz="1000" kern="100" dirty="0">
                          <a:effectLst/>
                        </a:rPr>
                        <a:t>On all text-conditioned edits (48), computed with provided codebase:</a:t>
                      </a:r>
                    </a:p>
                    <a:p>
                      <a:pPr marL="342900" marR="0" lvl="0" indent="-342900">
                        <a:lnSpc>
                          <a:spcPct val="115000"/>
                        </a:lnSpc>
                        <a:buFont typeface="Symbol" panose="05050102010706020507" pitchFamily="18" charset="2"/>
                        <a:buChar char=""/>
                      </a:pPr>
                      <a:r>
                        <a:rPr lang="en-US" sz="1000" kern="100">
                          <a:effectLst/>
                        </a:rPr>
                        <a:t>**Diff F1**</a:t>
                      </a:r>
                    </a:p>
                    <a:p>
                      <a:pPr marL="342900" marR="0" lvl="0" indent="-342900">
                        <a:lnSpc>
                          <a:spcPct val="114999"/>
                        </a:lnSpc>
                        <a:buClr>
                          <a:srgbClr val="000000"/>
                        </a:buClr>
                        <a:buFont typeface="Symbol,sans-serif" panose="05050102010706020507" pitchFamily="18" charset="2"/>
                        <a:buChar char=""/>
                      </a:pPr>
                      <a:r>
                        <a:rPr lang="en-US" sz="1000" b="0" i="0" u="none" strike="noStrike" kern="100" noProof="0">
                          <a:solidFill>
                            <a:srgbClr val="000000"/>
                          </a:solidFill>
                          <a:effectLst/>
                          <a:latin typeface="Artifakt Element"/>
                          <a:ea typeface="Artifakt Element"/>
                        </a:rPr>
                        <a:t>Volumetric F1</a:t>
                      </a:r>
                      <a:endParaRPr lang="en-US" sz="1000" b="0" i="0" u="none" strike="noStrike" kern="100" noProof="0" dirty="0">
                        <a:solidFill>
                          <a:srgbClr val="000000"/>
                        </a:solidFill>
                        <a:effectLst/>
                        <a:latin typeface="Artifakt Element"/>
                        <a:ea typeface="Artifakt Element"/>
                      </a:endParaRPr>
                    </a:p>
                    <a:p>
                      <a:pPr marL="342900" marR="0" lvl="0" indent="-342900">
                        <a:lnSpc>
                          <a:spcPct val="114999"/>
                        </a:lnSpc>
                        <a:buClr>
                          <a:srgbClr val="000000"/>
                        </a:buClr>
                        <a:buFont typeface="Symbol,sans-serif" panose="05050102010706020507" pitchFamily="18" charset="2"/>
                        <a:buChar char=""/>
                      </a:pPr>
                      <a:r>
                        <a:rPr lang="en-US" sz="1000" b="0" i="0" u="none" strike="noStrike" kern="100" noProof="0">
                          <a:solidFill>
                            <a:srgbClr val="000000"/>
                          </a:solidFill>
                          <a:effectLst/>
                          <a:latin typeface="Artifakt Element"/>
                          <a:ea typeface="Artifakt Element"/>
                        </a:rPr>
                        <a:t>Chamfer Similarity</a:t>
                      </a:r>
                      <a:endParaRPr lang="en-US"/>
                    </a:p>
                  </a:txBody>
                  <a:tcPr marL="59284" marR="59284" marT="0" marB="0"/>
                </a:tc>
                <a:tc>
                  <a:txBody>
                    <a:bodyPr/>
                    <a:lstStyle/>
                    <a:p>
                      <a:pPr marL="0" marR="0">
                        <a:lnSpc>
                          <a:spcPct val="115000"/>
                        </a:lnSpc>
                        <a:spcAft>
                          <a:spcPts val="800"/>
                        </a:spcAft>
                        <a:buNone/>
                      </a:pPr>
                      <a:r>
                        <a:rPr lang="en-US" sz="1000" kern="100">
                          <a:effectLst/>
                        </a:rPr>
                        <a:t>0-10 points</a:t>
                      </a:r>
                    </a:p>
                    <a:p>
                      <a:pPr marL="0" marR="0">
                        <a:lnSpc>
                          <a:spcPct val="115000"/>
                        </a:lnSpc>
                        <a:spcAft>
                          <a:spcPts val="800"/>
                        </a:spcAft>
                        <a:buNone/>
                      </a:pPr>
                      <a:endParaRPr lang="en-US" sz="1000" kern="100" dirty="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extLst>
                  <a:ext uri="{0D108BD9-81ED-4DB2-BD59-A6C34878D82A}">
                    <a16:rowId xmlns:a16="http://schemas.microsoft.com/office/drawing/2014/main" val="3671704630"/>
                  </a:ext>
                </a:extLst>
              </a:tr>
              <a:tr h="986583">
                <a:tc>
                  <a:txBody>
                    <a:bodyPr/>
                    <a:lstStyle/>
                    <a:p>
                      <a:pPr marL="0" marR="0">
                        <a:lnSpc>
                          <a:spcPct val="115000"/>
                        </a:lnSpc>
                        <a:spcAft>
                          <a:spcPts val="800"/>
                        </a:spcAft>
                        <a:buNone/>
                      </a:pPr>
                      <a:r>
                        <a:rPr lang="en-US" sz="1000" kern="100">
                          <a:effectLst/>
                        </a:rPr>
                        <a:t>Qualitative Evaluation (40%)</a:t>
                      </a:r>
                      <a:endParaRPr lang="en-US" sz="1000" kern="10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tc>
                  <a:txBody>
                    <a:bodyPr/>
                    <a:lstStyle/>
                    <a:p>
                      <a:pPr marL="0" marR="0">
                        <a:lnSpc>
                          <a:spcPct val="115000"/>
                        </a:lnSpc>
                        <a:spcAft>
                          <a:spcPts val="800"/>
                        </a:spcAft>
                        <a:buNone/>
                      </a:pPr>
                      <a:r>
                        <a:rPr lang="en-US" sz="1000" kern="100">
                          <a:effectLst/>
                        </a:rPr>
                        <a:t>Method evaluation:</a:t>
                      </a:r>
                    </a:p>
                    <a:p>
                      <a:pPr marL="342900" marR="0" lvl="0" indent="-342900">
                        <a:lnSpc>
                          <a:spcPct val="115000"/>
                        </a:lnSpc>
                        <a:buFont typeface="Symbol" panose="05050102010706020507" pitchFamily="18" charset="2"/>
                        <a:buChar char=""/>
                      </a:pPr>
                      <a:r>
                        <a:rPr lang="en-US" sz="1000" kern="100">
                          <a:effectLst/>
                        </a:rPr>
                        <a:t>Novelty</a:t>
                      </a:r>
                    </a:p>
                    <a:p>
                      <a:pPr marL="342900" marR="0" lvl="0" indent="-342900">
                        <a:lnSpc>
                          <a:spcPct val="115000"/>
                        </a:lnSpc>
                        <a:buFont typeface="Symbol" panose="05050102010706020507" pitchFamily="18" charset="2"/>
                        <a:buChar char=""/>
                      </a:pPr>
                      <a:r>
                        <a:rPr lang="en-US" sz="1000" kern="100">
                          <a:effectLst/>
                        </a:rPr>
                        <a:t>Cost efficiency</a:t>
                      </a:r>
                    </a:p>
                    <a:p>
                      <a:pPr marL="342900" marR="0" lvl="0" indent="-342900">
                        <a:lnSpc>
                          <a:spcPct val="115000"/>
                        </a:lnSpc>
                        <a:buFont typeface="Symbol" panose="05050102010706020507" pitchFamily="18" charset="2"/>
                        <a:buChar char=""/>
                      </a:pPr>
                      <a:r>
                        <a:rPr lang="en-US" sz="1000" kern="100">
                          <a:effectLst/>
                        </a:rPr>
                        <a:t>Scalability</a:t>
                      </a:r>
                    </a:p>
                    <a:p>
                      <a:pPr marL="342900" marR="0" lvl="0" indent="-342900">
                        <a:lnSpc>
                          <a:spcPct val="115000"/>
                        </a:lnSpc>
                        <a:spcAft>
                          <a:spcPts val="800"/>
                        </a:spcAft>
                        <a:buFont typeface="Symbol" panose="05050102010706020507" pitchFamily="18" charset="2"/>
                        <a:buChar char=""/>
                      </a:pPr>
                      <a:r>
                        <a:rPr lang="en-US" sz="1000" kern="100">
                          <a:effectLst/>
                        </a:rPr>
                        <a:t>Effectiveness</a:t>
                      </a:r>
                      <a:endParaRPr lang="en-US" sz="1000" kern="10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tc>
                  <a:txBody>
                    <a:bodyPr/>
                    <a:lstStyle/>
                    <a:p>
                      <a:pPr marL="0" marR="0">
                        <a:lnSpc>
                          <a:spcPct val="115000"/>
                        </a:lnSpc>
                        <a:spcAft>
                          <a:spcPts val="800"/>
                        </a:spcAft>
                        <a:buNone/>
                      </a:pPr>
                      <a:r>
                        <a:rPr lang="en-US" sz="1000" kern="100">
                          <a:effectLst/>
                        </a:rPr>
                        <a:t>0-10 points</a:t>
                      </a:r>
                      <a:endParaRPr lang="en-US" sz="1000" kern="10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extLst>
                  <a:ext uri="{0D108BD9-81ED-4DB2-BD59-A6C34878D82A}">
                    <a16:rowId xmlns:a16="http://schemas.microsoft.com/office/drawing/2014/main" val="1387995305"/>
                  </a:ext>
                </a:extLst>
              </a:tr>
              <a:tr h="804779">
                <a:tc>
                  <a:txBody>
                    <a:bodyPr/>
                    <a:lstStyle/>
                    <a:p>
                      <a:pPr marL="0" marR="0">
                        <a:lnSpc>
                          <a:spcPct val="115000"/>
                        </a:lnSpc>
                        <a:spcAft>
                          <a:spcPts val="800"/>
                        </a:spcAft>
                        <a:buNone/>
                      </a:pPr>
                      <a:r>
                        <a:rPr lang="en-US" sz="1000" kern="100">
                          <a:effectLst/>
                        </a:rPr>
                        <a:t>Other </a:t>
                      </a:r>
                    </a:p>
                    <a:p>
                      <a:pPr marL="0" marR="0">
                        <a:lnSpc>
                          <a:spcPct val="115000"/>
                        </a:lnSpc>
                        <a:spcAft>
                          <a:spcPts val="800"/>
                        </a:spcAft>
                        <a:buNone/>
                      </a:pPr>
                      <a:r>
                        <a:rPr lang="en-US" sz="1000" kern="100">
                          <a:effectLst/>
                        </a:rPr>
                        <a:t>(20%)</a:t>
                      </a:r>
                      <a:endParaRPr lang="en-US" sz="1000" kern="10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tc>
                  <a:txBody>
                    <a:bodyPr/>
                    <a:lstStyle/>
                    <a:p>
                      <a:pPr marL="0" marR="0">
                        <a:lnSpc>
                          <a:spcPct val="115000"/>
                        </a:lnSpc>
                        <a:spcAft>
                          <a:spcPts val="800"/>
                        </a:spcAft>
                        <a:buNone/>
                      </a:pPr>
                      <a:r>
                        <a:rPr lang="en-US" sz="1000" kern="100">
                          <a:effectLst/>
                        </a:rPr>
                        <a:t>Presentation quality, structure, and clarity. </a:t>
                      </a:r>
                    </a:p>
                    <a:p>
                      <a:pPr marL="0" marR="0">
                        <a:lnSpc>
                          <a:spcPct val="115000"/>
                        </a:lnSpc>
                        <a:spcAft>
                          <a:spcPts val="800"/>
                        </a:spcAft>
                        <a:buNone/>
                      </a:pPr>
                      <a:r>
                        <a:rPr lang="en-US" sz="1000" kern="100">
                          <a:effectLst/>
                        </a:rPr>
                        <a:t>Future work and broader impact discussion.</a:t>
                      </a:r>
                      <a:endParaRPr lang="en-US" sz="1000" kern="10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tc>
                  <a:txBody>
                    <a:bodyPr/>
                    <a:lstStyle/>
                    <a:p>
                      <a:pPr marL="0" marR="0">
                        <a:lnSpc>
                          <a:spcPct val="115000"/>
                        </a:lnSpc>
                        <a:spcAft>
                          <a:spcPts val="800"/>
                        </a:spcAft>
                        <a:buNone/>
                      </a:pPr>
                      <a:r>
                        <a:rPr lang="en-US" sz="1000" kern="100" dirty="0">
                          <a:effectLst/>
                        </a:rPr>
                        <a:t>0-10 points</a:t>
                      </a:r>
                      <a:endParaRPr lang="en-US" sz="1000" kern="100" dirty="0">
                        <a:effectLst/>
                        <a:latin typeface="Aptos" panose="020B0004020202020204" pitchFamily="34" charset="0"/>
                        <a:ea typeface="DengXian" panose="02010600030101010101" pitchFamily="2" charset="-122"/>
                        <a:cs typeface="Arial" panose="020B0604020202020204" pitchFamily="34" charset="0"/>
                      </a:endParaRPr>
                    </a:p>
                  </a:txBody>
                  <a:tcPr marL="59284" marR="59284" marT="0" marB="0"/>
                </a:tc>
                <a:extLst>
                  <a:ext uri="{0D108BD9-81ED-4DB2-BD59-A6C34878D82A}">
                    <a16:rowId xmlns:a16="http://schemas.microsoft.com/office/drawing/2014/main" val="3405757896"/>
                  </a:ext>
                </a:extLst>
              </a:tr>
            </a:tbl>
          </a:graphicData>
        </a:graphic>
      </p:graphicFrame>
      <p:sp>
        <p:nvSpPr>
          <p:cNvPr id="2" name="TextBox 1">
            <a:extLst>
              <a:ext uri="{FF2B5EF4-FFF2-40B4-BE49-F238E27FC236}">
                <a16:creationId xmlns:a16="http://schemas.microsoft.com/office/drawing/2014/main" id="{ECF92935-CB69-1D67-3ACA-87BA3BA92897}"/>
              </a:ext>
            </a:extLst>
          </p:cNvPr>
          <p:cNvSpPr txBox="1"/>
          <p:nvPr/>
        </p:nvSpPr>
        <p:spPr>
          <a:xfrm>
            <a:off x="6277696" y="5316064"/>
            <a:ext cx="5466738"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err="1">
                <a:ea typeface="+mn-lt"/>
                <a:cs typeface="+mn-lt"/>
              </a:rPr>
              <a:t>test_example_request_ids</a:t>
            </a:r>
            <a:r>
              <a:rPr lang="en-US" sz="1000">
                <a:ea typeface="+mn-lt"/>
                <a:cs typeface="+mn-lt"/>
              </a:rPr>
              <a:t> = [</a:t>
            </a:r>
          </a:p>
          <a:p>
            <a:r>
              <a:rPr lang="en-US" sz="1000">
                <a:ea typeface="+mn-lt"/>
                <a:cs typeface="+mn-lt"/>
              </a:rPr>
              <a:t>'SUJ2G2UMJQR7PMBX_1759209987.785593',</a:t>
            </a:r>
            <a:endParaRPr lang="en-US" sz="1000">
              <a:ea typeface="Artifakt Element"/>
            </a:endParaRPr>
          </a:p>
          <a:p>
            <a:r>
              <a:rPr lang="en-US" sz="1000">
                <a:ea typeface="+mn-lt"/>
                <a:cs typeface="+mn-lt"/>
              </a:rPr>
              <a:t>'3YH2WFSRM22W7DKT_1769773335.525203',</a:t>
            </a:r>
            <a:endParaRPr lang="en-US" sz="1000"/>
          </a:p>
          <a:p>
            <a:r>
              <a:rPr lang="en-US" sz="1000">
                <a:ea typeface="+mn-lt"/>
                <a:cs typeface="+mn-lt"/>
              </a:rPr>
              <a:t>'B7A2N74ZJBF9MZHU_1770174133.012106',</a:t>
            </a:r>
            <a:endParaRPr lang="en-US" sz="1000"/>
          </a:p>
          <a:p>
            <a:r>
              <a:rPr lang="en-US" sz="1000">
                <a:ea typeface="+mn-lt"/>
                <a:cs typeface="+mn-lt"/>
              </a:rPr>
              <a:t>'F332D3FXML85WLR2_1769607142.566352',</a:t>
            </a:r>
            <a:endParaRPr lang="en-US" sz="1000"/>
          </a:p>
          <a:p>
            <a:r>
              <a:rPr lang="en-US" sz="1000">
                <a:ea typeface="+mn-lt"/>
                <a:cs typeface="+mn-lt"/>
              </a:rPr>
              <a:t>'ZK22J6VYRKQ2RTFD_1758874422.1403751']</a:t>
            </a:r>
            <a:endParaRPr lang="en-US" sz="1000"/>
          </a:p>
          <a:p>
            <a:pPr algn="l"/>
            <a:endParaRPr lang="en-US" sz="1000" dirty="0">
              <a:ea typeface="Artifakt Element"/>
            </a:endParaRPr>
          </a:p>
        </p:txBody>
      </p:sp>
    </p:spTree>
    <p:extLst>
      <p:ext uri="{BB962C8B-B14F-4D97-AF65-F5344CB8AC3E}">
        <p14:creationId xmlns:p14="http://schemas.microsoft.com/office/powerpoint/2010/main" val="3312184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10">
            <a:extLst>
              <a:ext uri="{FF2B5EF4-FFF2-40B4-BE49-F238E27FC236}">
                <a16:creationId xmlns:a16="http://schemas.microsoft.com/office/drawing/2014/main" id="{26901E9D-46E5-5784-0A2A-73B35426F7DF}"/>
              </a:ext>
            </a:extLst>
          </p:cNvPr>
          <p:cNvSpPr>
            <a:spLocks noGrp="1"/>
          </p:cNvSpPr>
          <p:nvPr>
            <p:ph type="subTitle" idx="1"/>
          </p:nvPr>
        </p:nvSpPr>
        <p:spPr>
          <a:xfrm>
            <a:off x="2463508" y="2010786"/>
            <a:ext cx="9728492" cy="225736"/>
          </a:xfrm>
        </p:spPr>
        <p:txBody>
          <a:bodyPr/>
          <a:lstStyle/>
          <a:p>
            <a:r>
              <a:rPr lang="en-US" dirty="0"/>
              <a:t>Get started with code and dataset &gt; </a:t>
            </a:r>
            <a:r>
              <a:rPr lang="en-US" dirty="0">
                <a:hlinkClick r:id="rId2"/>
              </a:rPr>
              <a:t>https://github.com/grndnl/IDETC26-Hackathon-Autodesk-neuralCAD-Edit</a:t>
            </a:r>
            <a:r>
              <a:rPr lang="en-US" dirty="0"/>
              <a:t> </a:t>
            </a:r>
          </a:p>
        </p:txBody>
      </p:sp>
      <p:sp>
        <p:nvSpPr>
          <p:cNvPr id="10" name="Title 9">
            <a:extLst>
              <a:ext uri="{FF2B5EF4-FFF2-40B4-BE49-F238E27FC236}">
                <a16:creationId xmlns:a16="http://schemas.microsoft.com/office/drawing/2014/main" id="{790C4B33-6FEE-CA92-72D6-8DD7942617E7}"/>
              </a:ext>
            </a:extLst>
          </p:cNvPr>
          <p:cNvSpPr>
            <a:spLocks noGrp="1"/>
          </p:cNvSpPr>
          <p:nvPr>
            <p:ph type="title"/>
          </p:nvPr>
        </p:nvSpPr>
        <p:spPr>
          <a:xfrm>
            <a:off x="2463508" y="1478165"/>
            <a:ext cx="7165975" cy="645489"/>
          </a:xfrm>
        </p:spPr>
        <p:txBody>
          <a:bodyPr/>
          <a:lstStyle/>
          <a:p>
            <a:r>
              <a:rPr lang="en-US" dirty="0"/>
              <a:t>Good luck!</a:t>
            </a:r>
          </a:p>
        </p:txBody>
      </p:sp>
      <p:sp>
        <p:nvSpPr>
          <p:cNvPr id="5" name="Slide Number Placeholder 4">
            <a:extLst>
              <a:ext uri="{FF2B5EF4-FFF2-40B4-BE49-F238E27FC236}">
                <a16:creationId xmlns:a16="http://schemas.microsoft.com/office/drawing/2014/main" id="{B7E9AA64-5B8C-0686-5750-49E74BA6D261}"/>
              </a:ext>
            </a:extLst>
          </p:cNvPr>
          <p:cNvSpPr>
            <a:spLocks noGrp="1"/>
          </p:cNvSpPr>
          <p:nvPr>
            <p:ph type="sldNum" sz="quarter" idx="4"/>
          </p:nvPr>
        </p:nvSpPr>
        <p:spPr/>
        <p:txBody>
          <a:bodyPr/>
          <a:lstStyle/>
          <a:p>
            <a:fld id="{D425CD52-4183-C145-916A-AE90310D9D4E}" type="slidenum">
              <a:rPr lang="en-US" smtClean="0"/>
              <a:pPr/>
              <a:t>15</a:t>
            </a:fld>
            <a:endParaRPr lang="en-US"/>
          </a:p>
        </p:txBody>
      </p:sp>
      <p:pic>
        <p:nvPicPr>
          <p:cNvPr id="14" name="Picture 13">
            <a:extLst>
              <a:ext uri="{FF2B5EF4-FFF2-40B4-BE49-F238E27FC236}">
                <a16:creationId xmlns:a16="http://schemas.microsoft.com/office/drawing/2014/main" id="{4A52283B-D633-0C80-D538-EFDEA9ECABA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61334" y="2299749"/>
            <a:ext cx="2237659" cy="2237659"/>
          </a:xfrm>
          <a:prstGeom prst="rect">
            <a:avLst/>
          </a:prstGeom>
        </p:spPr>
      </p:pic>
      <p:pic>
        <p:nvPicPr>
          <p:cNvPr id="17" name="Picture 16" descr="Profile photo for Toby Perrett">
            <a:extLst>
              <a:ext uri="{FF2B5EF4-FFF2-40B4-BE49-F238E27FC236}">
                <a16:creationId xmlns:a16="http://schemas.microsoft.com/office/drawing/2014/main" id="{874A5DEF-4D7F-671B-8246-0D5F15A96B8A}"/>
              </a:ext>
            </a:extLst>
          </p:cNvPr>
          <p:cNvPicPr>
            <a:picLocks noChangeAspect="1"/>
          </p:cNvPicPr>
          <p:nvPr/>
        </p:nvPicPr>
        <p:blipFill>
          <a:blip r:embed="rId4"/>
          <a:stretch>
            <a:fillRect/>
          </a:stretch>
        </p:blipFill>
        <p:spPr>
          <a:xfrm>
            <a:off x="3846981" y="2766548"/>
            <a:ext cx="1247640" cy="1247640"/>
          </a:xfrm>
          <a:prstGeom prst="rect">
            <a:avLst/>
          </a:prstGeom>
        </p:spPr>
      </p:pic>
      <p:pic>
        <p:nvPicPr>
          <p:cNvPr id="18" name="Picture 17" descr="Profile photo for William McCarthy">
            <a:extLst>
              <a:ext uri="{FF2B5EF4-FFF2-40B4-BE49-F238E27FC236}">
                <a16:creationId xmlns:a16="http://schemas.microsoft.com/office/drawing/2014/main" id="{2A177150-C867-DA3F-E779-80C2101BB872}"/>
              </a:ext>
            </a:extLst>
          </p:cNvPr>
          <p:cNvPicPr>
            <a:picLocks noChangeAspect="1"/>
          </p:cNvPicPr>
          <p:nvPr/>
        </p:nvPicPr>
        <p:blipFill>
          <a:blip r:embed="rId5"/>
          <a:stretch>
            <a:fillRect/>
          </a:stretch>
        </p:blipFill>
        <p:spPr>
          <a:xfrm>
            <a:off x="2465433" y="2766548"/>
            <a:ext cx="1247640" cy="1247640"/>
          </a:xfrm>
          <a:prstGeom prst="rect">
            <a:avLst/>
          </a:prstGeom>
        </p:spPr>
      </p:pic>
      <p:pic>
        <p:nvPicPr>
          <p:cNvPr id="21" name="Picture 20">
            <a:extLst>
              <a:ext uri="{FF2B5EF4-FFF2-40B4-BE49-F238E27FC236}">
                <a16:creationId xmlns:a16="http://schemas.microsoft.com/office/drawing/2014/main" id="{E0523BF7-74FC-23C2-E7F1-324B33C7FA2D}"/>
              </a:ext>
            </a:extLst>
          </p:cNvPr>
          <p:cNvPicPr>
            <a:picLocks noChangeAspect="1"/>
          </p:cNvPicPr>
          <p:nvPr/>
        </p:nvPicPr>
        <p:blipFill>
          <a:blip r:embed="rId6"/>
          <a:stretch>
            <a:fillRect/>
          </a:stretch>
        </p:blipFill>
        <p:spPr>
          <a:xfrm>
            <a:off x="5228529" y="2766548"/>
            <a:ext cx="1247640" cy="1247640"/>
          </a:xfrm>
          <a:prstGeom prst="rect">
            <a:avLst/>
          </a:prstGeom>
        </p:spPr>
      </p:pic>
      <p:sp>
        <p:nvSpPr>
          <p:cNvPr id="23" name="TextBox 22">
            <a:extLst>
              <a:ext uri="{FF2B5EF4-FFF2-40B4-BE49-F238E27FC236}">
                <a16:creationId xmlns:a16="http://schemas.microsoft.com/office/drawing/2014/main" id="{B377551C-7050-915F-A104-FF0ECA44DEF8}"/>
              </a:ext>
            </a:extLst>
          </p:cNvPr>
          <p:cNvSpPr txBox="1"/>
          <p:nvPr/>
        </p:nvSpPr>
        <p:spPr>
          <a:xfrm>
            <a:off x="2463508" y="4014188"/>
            <a:ext cx="1249565" cy="523220"/>
          </a:xfrm>
          <a:prstGeom prst="rect">
            <a:avLst/>
          </a:prstGeom>
          <a:noFill/>
        </p:spPr>
        <p:txBody>
          <a:bodyPr wrap="square">
            <a:spAutoFit/>
          </a:bodyPr>
          <a:lstStyle/>
          <a:p>
            <a:pPr algn="ctr"/>
            <a:r>
              <a:rPr lang="en-US" sz="1400" dirty="0"/>
              <a:t>William McCarty</a:t>
            </a:r>
            <a:endParaRPr lang="en-US" dirty="0"/>
          </a:p>
        </p:txBody>
      </p:sp>
      <p:sp>
        <p:nvSpPr>
          <p:cNvPr id="24" name="TextBox 23">
            <a:extLst>
              <a:ext uri="{FF2B5EF4-FFF2-40B4-BE49-F238E27FC236}">
                <a16:creationId xmlns:a16="http://schemas.microsoft.com/office/drawing/2014/main" id="{AEB2A69E-A7DD-378D-3486-8AE47F8A912F}"/>
              </a:ext>
            </a:extLst>
          </p:cNvPr>
          <p:cNvSpPr txBox="1"/>
          <p:nvPr/>
        </p:nvSpPr>
        <p:spPr>
          <a:xfrm>
            <a:off x="3813819" y="4014188"/>
            <a:ext cx="1249565" cy="523220"/>
          </a:xfrm>
          <a:prstGeom prst="rect">
            <a:avLst/>
          </a:prstGeom>
          <a:noFill/>
        </p:spPr>
        <p:txBody>
          <a:bodyPr wrap="square">
            <a:spAutoFit/>
          </a:bodyPr>
          <a:lstStyle/>
          <a:p>
            <a:pPr algn="ctr"/>
            <a:r>
              <a:rPr lang="en-US" sz="1400" dirty="0"/>
              <a:t>Toby </a:t>
            </a:r>
            <a:br>
              <a:rPr lang="en-US" sz="1400" dirty="0"/>
            </a:br>
            <a:r>
              <a:rPr lang="en-US" sz="1400" dirty="0"/>
              <a:t>Perret</a:t>
            </a:r>
            <a:endParaRPr lang="en-US" dirty="0"/>
          </a:p>
        </p:txBody>
      </p:sp>
      <p:sp>
        <p:nvSpPr>
          <p:cNvPr id="25" name="TextBox 24">
            <a:extLst>
              <a:ext uri="{FF2B5EF4-FFF2-40B4-BE49-F238E27FC236}">
                <a16:creationId xmlns:a16="http://schemas.microsoft.com/office/drawing/2014/main" id="{51730749-ACB7-4132-C240-3E47B0E9BFC1}"/>
              </a:ext>
            </a:extLst>
          </p:cNvPr>
          <p:cNvSpPr txBox="1"/>
          <p:nvPr/>
        </p:nvSpPr>
        <p:spPr>
          <a:xfrm>
            <a:off x="5226604" y="4014188"/>
            <a:ext cx="1249565" cy="523220"/>
          </a:xfrm>
          <a:prstGeom prst="rect">
            <a:avLst/>
          </a:prstGeom>
          <a:noFill/>
        </p:spPr>
        <p:txBody>
          <a:bodyPr wrap="square">
            <a:spAutoFit/>
          </a:bodyPr>
          <a:lstStyle/>
          <a:p>
            <a:pPr algn="ctr"/>
            <a:r>
              <a:rPr lang="en-US" sz="1400" dirty="0"/>
              <a:t>Daniele Grandi</a:t>
            </a:r>
            <a:endParaRPr lang="en-US" dirty="0"/>
          </a:p>
        </p:txBody>
      </p:sp>
    </p:spTree>
    <p:extLst>
      <p:ext uri="{BB962C8B-B14F-4D97-AF65-F5344CB8AC3E}">
        <p14:creationId xmlns:p14="http://schemas.microsoft.com/office/powerpoint/2010/main" val="2505056460"/>
      </p:ext>
    </p:extLst>
  </p:cSld>
  <p:clrMapOvr>
    <a:masterClrMapping/>
  </p:clrMapOvr>
</p:sld>
</file>

<file path=ppt/theme/theme1.xml><?xml version="1.0" encoding="utf-8"?>
<a:theme xmlns:a="http://schemas.openxmlformats.org/drawingml/2006/main" name="Title and Divider Slides">
  <a:themeElements>
    <a:clrScheme name="Autodesk">
      <a:dk1>
        <a:srgbClr val="000000"/>
      </a:dk1>
      <a:lt1>
        <a:srgbClr val="FFFFFF"/>
      </a:lt1>
      <a:dk2>
        <a:srgbClr val="666666"/>
      </a:dk2>
      <a:lt2>
        <a:srgbClr val="F5F5F0"/>
      </a:lt2>
      <a:accent1>
        <a:srgbClr val="F09D4F"/>
      </a:accent1>
      <a:accent2>
        <a:srgbClr val="F2510A"/>
      </a:accent2>
      <a:accent3>
        <a:srgbClr val="1D91D0"/>
      </a:accent3>
      <a:accent4>
        <a:srgbClr val="2AD0A9"/>
      </a:accent4>
      <a:accent5>
        <a:srgbClr val="FFFE00"/>
      </a:accent5>
      <a:accent6>
        <a:srgbClr val="D5D5CB"/>
      </a:accent6>
      <a:hlink>
        <a:srgbClr val="1278AF"/>
      </a:hlink>
      <a:folHlink>
        <a:srgbClr val="D34612"/>
      </a:folHlink>
    </a:clrScheme>
    <a:fontScheme name="Autodesk">
      <a:majorFont>
        <a:latin typeface="Artifakt Legend"/>
        <a:ea typeface=""/>
        <a:cs typeface=""/>
      </a:majorFont>
      <a:minorFont>
        <a:latin typeface="Artifakt Eleme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BA5504E4-5BBB-6840-8D2D-6A1908CE7188}" vid="{02050F0B-40D0-3F46-994C-8D54E388F7EE}"/>
    </a:ext>
  </a:extLst>
</a:theme>
</file>

<file path=ppt/theme/theme2.xml><?xml version="1.0" encoding="utf-8"?>
<a:theme xmlns:a="http://schemas.openxmlformats.org/drawingml/2006/main" name="Light template (light content slides only)">
  <a:themeElements>
    <a:clrScheme name="Autodesk">
      <a:dk1>
        <a:srgbClr val="000000"/>
      </a:dk1>
      <a:lt1>
        <a:srgbClr val="FFFFFF"/>
      </a:lt1>
      <a:dk2>
        <a:srgbClr val="666666"/>
      </a:dk2>
      <a:lt2>
        <a:srgbClr val="F5F5F0"/>
      </a:lt2>
      <a:accent1>
        <a:srgbClr val="F09D4F"/>
      </a:accent1>
      <a:accent2>
        <a:srgbClr val="F2510A"/>
      </a:accent2>
      <a:accent3>
        <a:srgbClr val="1D91D0"/>
      </a:accent3>
      <a:accent4>
        <a:srgbClr val="2AD0A9"/>
      </a:accent4>
      <a:accent5>
        <a:srgbClr val="FFFE00"/>
      </a:accent5>
      <a:accent6>
        <a:srgbClr val="D5D5CB"/>
      </a:accent6>
      <a:hlink>
        <a:srgbClr val="1278AF"/>
      </a:hlink>
      <a:folHlink>
        <a:srgbClr val="D34612"/>
      </a:folHlink>
    </a:clrScheme>
    <a:fontScheme name="Autodesk">
      <a:majorFont>
        <a:latin typeface="Artifakt Legend"/>
        <a:ea typeface=""/>
        <a:cs typeface=""/>
      </a:majorFont>
      <a:minorFont>
        <a:latin typeface="Artifakt Eleme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BA5504E4-5BBB-6840-8D2D-6A1908CE7188}" vid="{4801A70A-8B8B-B74A-BE8F-0F5C62424358}"/>
    </a:ext>
  </a:extLst>
</a:theme>
</file>

<file path=ppt/theme/theme3.xml><?xml version="1.0" encoding="utf-8"?>
<a:theme xmlns:a="http://schemas.openxmlformats.org/drawingml/2006/main" name="Dark template (dark content slides only)">
  <a:themeElements>
    <a:clrScheme name="Autodesk">
      <a:dk1>
        <a:srgbClr val="000000"/>
      </a:dk1>
      <a:lt1>
        <a:srgbClr val="FFFFFF"/>
      </a:lt1>
      <a:dk2>
        <a:srgbClr val="666666"/>
      </a:dk2>
      <a:lt2>
        <a:srgbClr val="F5F5F0"/>
      </a:lt2>
      <a:accent1>
        <a:srgbClr val="F09D4F"/>
      </a:accent1>
      <a:accent2>
        <a:srgbClr val="F2510A"/>
      </a:accent2>
      <a:accent3>
        <a:srgbClr val="1D91D0"/>
      </a:accent3>
      <a:accent4>
        <a:srgbClr val="2AD0A9"/>
      </a:accent4>
      <a:accent5>
        <a:srgbClr val="FFFE00"/>
      </a:accent5>
      <a:accent6>
        <a:srgbClr val="D5D5CB"/>
      </a:accent6>
      <a:hlink>
        <a:srgbClr val="1278AF"/>
      </a:hlink>
      <a:folHlink>
        <a:srgbClr val="D34612"/>
      </a:folHlink>
    </a:clrScheme>
    <a:fontScheme name="Autodesk">
      <a:majorFont>
        <a:latin typeface="Artifakt Legend"/>
        <a:ea typeface=""/>
        <a:cs typeface=""/>
      </a:majorFont>
      <a:minorFont>
        <a:latin typeface="Artifakt Eleme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BA5504E4-5BBB-6840-8D2D-6A1908CE7188}" vid="{30599360-72A8-1A46-8579-A40AF18B5B4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5BA58A32623E4B81E0162599DEC632" ma:contentTypeVersion="4" ma:contentTypeDescription="Create a new document." ma:contentTypeScope="" ma:versionID="f17412788fe4c89d8d68dd1d14c33875">
  <xsd:schema xmlns:xsd="http://www.w3.org/2001/XMLSchema" xmlns:xs="http://www.w3.org/2001/XMLSchema" xmlns:p="http://schemas.microsoft.com/office/2006/metadata/properties" xmlns:ns2="6bad0023-71ff-4150-bb6a-cc95a07244d7" targetNamespace="http://schemas.microsoft.com/office/2006/metadata/properties" ma:root="true" ma:fieldsID="a2616d9e16366c7148f0c1da956a8ddb" ns2:_="">
    <xsd:import namespace="6bad0023-71ff-4150-bb6a-cc95a07244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ad0023-71ff-4150-bb6a-cc95a07244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E7178E-B1F7-4759-A509-9B64226036B9}">
  <ds:schemaRefs>
    <ds:schemaRef ds:uri="http://schemas.microsoft.com/sharepoint/v3/contenttype/forms"/>
  </ds:schemaRefs>
</ds:datastoreItem>
</file>

<file path=customXml/itemProps2.xml><?xml version="1.0" encoding="utf-8"?>
<ds:datastoreItem xmlns:ds="http://schemas.openxmlformats.org/officeDocument/2006/customXml" ds:itemID="{73F47B29-89CA-4D80-8A17-5674391DE23F}">
  <ds:schemaRefs>
    <ds:schemaRef ds:uri="http://purl.org/dc/terms/"/>
    <ds:schemaRef ds:uri="http://purl.org/dc/elements/1.1/"/>
    <ds:schemaRef ds:uri="90fc4bc5-d201-421a-a9ff-a945f5919750"/>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58f75599-a1d8-4720-869e-068c01cca2a1"/>
    <ds:schemaRef ds:uri="044e9cb4-66f6-41a7-8131-d5779e7e44b1"/>
    <ds:schemaRef ds:uri="a5e2ffda-193f-4772-b3a7-0dcee2442230"/>
  </ds:schemaRefs>
</ds:datastoreItem>
</file>

<file path=customXml/itemProps3.xml><?xml version="1.0" encoding="utf-8"?>
<ds:datastoreItem xmlns:ds="http://schemas.openxmlformats.org/officeDocument/2006/customXml" ds:itemID="{80CBDA7F-4EDE-4BDE-84EE-9968580529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ad0023-71ff-4150-bb6a-cc95a07244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Autodesk PPT - Artifakt</Template>
  <TotalTime>2793</TotalTime>
  <Words>678</Words>
  <Application>Microsoft Office PowerPoint</Application>
  <PresentationFormat>Widescreen</PresentationFormat>
  <Paragraphs>124</Paragraphs>
  <Slides>15</Slides>
  <Notes>6</Notes>
  <HiddenSlides>0</HiddenSlides>
  <MMClips>3</MMClips>
  <ScaleCrop>false</ScaleCrop>
  <HeadingPairs>
    <vt:vector size="4" baseType="variant">
      <vt:variant>
        <vt:lpstr>Theme</vt:lpstr>
      </vt:variant>
      <vt:variant>
        <vt:i4>3</vt:i4>
      </vt:variant>
      <vt:variant>
        <vt:lpstr>Slide Titles</vt:lpstr>
      </vt:variant>
      <vt:variant>
        <vt:i4>15</vt:i4>
      </vt:variant>
    </vt:vector>
  </HeadingPairs>
  <TitlesOfParts>
    <vt:vector size="18" baseType="lpstr">
      <vt:lpstr>Title and Divider Slides</vt:lpstr>
      <vt:lpstr>Light template (light content slides only)</vt:lpstr>
      <vt:lpstr>Dark template (dark content slides only)</vt:lpstr>
      <vt:lpstr>PowerPoint Presentation</vt:lpstr>
      <vt:lpstr>Agenda</vt:lpstr>
      <vt:lpstr>PowerPoint Presentation</vt:lpstr>
      <vt:lpstr>3D CAD generation has progressed rapidly</vt:lpstr>
      <vt:lpstr>Designers spend more time editing than creating from scratch</vt:lpstr>
      <vt:lpstr>Editing is behind because of data</vt:lpstr>
      <vt:lpstr>neuralCAD-Edit</vt:lpstr>
      <vt:lpstr>PowerPoint Presentation</vt:lpstr>
      <vt:lpstr>A Simple Harness</vt:lpstr>
      <vt:lpstr>Room for Improvement</vt:lpstr>
      <vt:lpstr>PowerPoint Presentation</vt:lpstr>
      <vt:lpstr>Benchmark</vt:lpstr>
      <vt:lpstr>PowerPoint Presentation</vt:lpstr>
      <vt:lpstr>Submission Details</vt:lpstr>
      <vt:lpstr>Good luck!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Daniele Grandi</dc:creator>
  <cp:lastModifiedBy>Daniele Grandi</cp:lastModifiedBy>
  <cp:revision>46</cp:revision>
  <dcterms:created xsi:type="dcterms:W3CDTF">2026-08-05T02:04:31Z</dcterms:created>
  <dcterms:modified xsi:type="dcterms:W3CDTF">2026-08-14T11:29:11Z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0x010100BE5BA58A32623E4B81E0162599DEC632</vt:lpwstr>
  </property>
  <property fmtid="{D5CDD505-2E9C-101B-9397-08002B2CF9AE}" pid="3" name="MediaServiceImageTags">
    <vt:lpwstr/>
  </property>
</Properties>
</file>